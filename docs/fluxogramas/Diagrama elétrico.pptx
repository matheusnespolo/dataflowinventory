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47" autoAdjust="0"/>
  </p:normalViewPr>
  <p:slideViewPr>
    <p:cSldViewPr snapToGrid="0">
      <p:cViewPr>
        <p:scale>
          <a:sx n="50" d="100"/>
          <a:sy n="50" d="100"/>
        </p:scale>
        <p:origin x="291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7035E-0427-AFA9-70B6-3940EDA8D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BF3A19-CE5E-E8CD-5551-8FA9F7F57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ADDA55-4090-517B-233E-3861D4C0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17BE83-8A8A-9FCC-1BD6-FF37BA8C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5E451D-107E-DA60-8C95-5A894E6F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72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B3481-5CE9-DBDE-CA9B-F4121DD9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8DB8A4-5FB9-5EEA-E5F0-7D0C5031B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94A82-5197-C55C-E700-6ECFC6BE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4543BA-1A5D-26F5-433D-74A66EA9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A7A05-D0FA-31C8-B0C9-679BE97D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15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053DB-2791-40C7-D083-2EB88A13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BF519A-3C80-1C63-CC06-4429D5ACA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3319C5-8191-0E76-D897-44AAF621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43340-02D1-5815-AE3C-25A388F38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9055EF-0EB6-120C-3E99-37A61F7F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24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8D410-30F0-E2FC-CAC6-F60DC8A0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B40C8F-707A-56CE-B018-4FE48291B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D06A90-1B90-0A7F-CA0F-2CE0EDF87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8B4A23-3FD3-A97A-668B-EB3D04CC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7060A7-5354-08A7-0CE2-9254727C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7175E1-685E-E58D-68D1-3A46E8A1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342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37B47-1B67-DC21-590B-A850FFA4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81E6FA-9115-2D35-273B-06C3CCFC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9BCDBB-11DA-2A96-C8E6-A7B307F1B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1E1BBC-5A76-D04A-363A-1E61DEFC0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421CE0-1422-FDBD-9754-E9377EE84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5AC119-080D-E9AC-B37C-0705376A5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E5FE85-EE34-4BBC-06CF-581FABFAB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FC8DB6-00D0-A601-2432-DC7C73C2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3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722F4-7538-3CAC-4F24-04517C90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B916C4-852C-8510-7C5A-3C46490D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BBDA5E-3894-9A01-77C5-DFFB9BC8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A8F2C7-42A6-CD17-BE01-A9AD5072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63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767479-A830-69BF-C1E4-BBB1C9CE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02CD2C-6397-4C87-EF6E-9290950C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F9A7D4-AE03-F969-6167-59AEADA5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19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0F4D6-6E2C-A41D-EC82-A0F5FCF4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0BB3C0-B45A-27A4-2343-299AAE458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663A1A-204E-2612-B6D2-F74CF526E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192-4987-3E1E-A9F0-F113507E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5F1425-1E54-EDD4-05D0-326D330B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F56389-BE57-7FEC-4018-F9B14816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5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C9E33-8148-5512-3EA5-73E3CBA1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71AF46-B65F-B685-535E-CEAA53FED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BBB15E-FFB7-BD04-4ECA-6E3199DB1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E510FC-D25D-A2FF-2E92-EF13CE19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FD777A-9080-29D0-DB28-3FC045EC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3B05FA-15F6-CC0A-20A1-D38D4174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04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50EF3-27CC-E7F3-964E-81FBEF5C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E05DF3-EF75-D716-95B5-27AD69255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8657CE-DFBD-AEE3-9D33-8FED1936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5F917F-BEE1-95E8-F221-90B778FC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D7EAD6-BE44-D39F-2C33-F40F05BA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92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137C3D-7ECA-A0E9-A2B3-797BD4659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B7BA06-ECE0-BF77-FF8E-F52424527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7EA178-5A86-5123-50BC-DCE175D3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DEDAD4-8153-99E5-7592-C4901346D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B0040C-8EC3-8E5F-4830-E2CE3E72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16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F3241A7-4AF1-B3DF-368E-244F34F7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CB77D2-FD10-4968-9C49-B5425BF28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EABBEE-0E83-8F53-A5DA-2B287B78C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D6F6C-3F5A-4DD0-A5B9-478E596853C1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58BCC-F92A-C375-C2E5-B5FD1C7C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0F15F-25C2-B9E6-4FB7-4BA8F4F71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FC834-74E0-4CE2-947A-06671DF20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46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Conector: Angulado 470">
            <a:extLst>
              <a:ext uri="{FF2B5EF4-FFF2-40B4-BE49-F238E27FC236}">
                <a16:creationId xmlns:a16="http://schemas.microsoft.com/office/drawing/2014/main" id="{39BCF3EA-6319-467E-C3DD-D6F1DACC3C13}"/>
              </a:ext>
            </a:extLst>
          </p:cNvPr>
          <p:cNvCxnSpPr>
            <a:cxnSpLocks/>
            <a:stCxn id="446" idx="3"/>
            <a:endCxn id="452" idx="3"/>
          </p:cNvCxnSpPr>
          <p:nvPr/>
        </p:nvCxnSpPr>
        <p:spPr>
          <a:xfrm flipV="1">
            <a:off x="11625231" y="5014083"/>
            <a:ext cx="28607" cy="894581"/>
          </a:xfrm>
          <a:prstGeom prst="bentConnector3">
            <a:avLst>
              <a:gd name="adj1" fmla="val 899105"/>
            </a:avLst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26D74743-D45F-8595-1A75-44808745E37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841686" y="502700"/>
            <a:ext cx="1601776" cy="960388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do 66">
            <a:extLst>
              <a:ext uri="{FF2B5EF4-FFF2-40B4-BE49-F238E27FC236}">
                <a16:creationId xmlns:a16="http://schemas.microsoft.com/office/drawing/2014/main" id="{B3872550-E0B7-4EFC-E119-4F0B48BC9D06}"/>
              </a:ext>
            </a:extLst>
          </p:cNvPr>
          <p:cNvCxnSpPr>
            <a:cxnSpLocks/>
          </p:cNvCxnSpPr>
          <p:nvPr/>
        </p:nvCxnSpPr>
        <p:spPr>
          <a:xfrm flipV="1">
            <a:off x="1839468" y="688488"/>
            <a:ext cx="1624218" cy="930070"/>
          </a:xfrm>
          <a:prstGeom prst="bentConnector3">
            <a:avLst>
              <a:gd name="adj1" fmla="val 64661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ector: Angulado 98">
            <a:extLst>
              <a:ext uri="{FF2B5EF4-FFF2-40B4-BE49-F238E27FC236}">
                <a16:creationId xmlns:a16="http://schemas.microsoft.com/office/drawing/2014/main" id="{2C801103-CDDC-177D-1D48-8156358EAB89}"/>
              </a:ext>
            </a:extLst>
          </p:cNvPr>
          <p:cNvCxnSpPr>
            <a:cxnSpLocks/>
          </p:cNvCxnSpPr>
          <p:nvPr/>
        </p:nvCxnSpPr>
        <p:spPr>
          <a:xfrm>
            <a:off x="1843904" y="871799"/>
            <a:ext cx="1599558" cy="281724"/>
          </a:xfrm>
          <a:prstGeom prst="bentConnector3">
            <a:avLst>
              <a:gd name="adj1" fmla="val 80667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: Angulado 109">
            <a:extLst>
              <a:ext uri="{FF2B5EF4-FFF2-40B4-BE49-F238E27FC236}">
                <a16:creationId xmlns:a16="http://schemas.microsoft.com/office/drawing/2014/main" id="{3DDAE832-3BB6-C95B-FFBB-D481B423FD0B}"/>
              </a:ext>
            </a:extLst>
          </p:cNvPr>
          <p:cNvCxnSpPr>
            <a:cxnSpLocks/>
          </p:cNvCxnSpPr>
          <p:nvPr/>
        </p:nvCxnSpPr>
        <p:spPr>
          <a:xfrm flipV="1">
            <a:off x="1839468" y="1548132"/>
            <a:ext cx="1615565" cy="254903"/>
          </a:xfrm>
          <a:prstGeom prst="bentConnector3">
            <a:avLst>
              <a:gd name="adj1" fmla="val 80511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ector: Angulado 116">
            <a:extLst>
              <a:ext uri="{FF2B5EF4-FFF2-40B4-BE49-F238E27FC236}">
                <a16:creationId xmlns:a16="http://schemas.microsoft.com/office/drawing/2014/main" id="{406CCB91-4157-6877-8E39-FBB14F97B9F8}"/>
              </a:ext>
            </a:extLst>
          </p:cNvPr>
          <p:cNvCxnSpPr>
            <a:stCxn id="25" idx="1"/>
          </p:cNvCxnSpPr>
          <p:nvPr/>
        </p:nvCxnSpPr>
        <p:spPr>
          <a:xfrm rot="10800000">
            <a:off x="2642575" y="1463089"/>
            <a:ext cx="830465" cy="1433555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D5C2ACB-3F34-B7CE-3166-C66537955BF6}"/>
              </a:ext>
            </a:extLst>
          </p:cNvPr>
          <p:cNvGrpSpPr/>
          <p:nvPr/>
        </p:nvGrpSpPr>
        <p:grpSpPr>
          <a:xfrm>
            <a:off x="294132" y="21860"/>
            <a:ext cx="1549772" cy="2606040"/>
            <a:chOff x="484632" y="0"/>
            <a:chExt cx="1549772" cy="260604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A23AC483-F0B0-60F8-F35B-78CA53B8143F}"/>
                </a:ext>
              </a:extLst>
            </p:cNvPr>
            <p:cNvSpPr/>
            <p:nvPr/>
          </p:nvSpPr>
          <p:spPr>
            <a:xfrm>
              <a:off x="484632" y="347472"/>
              <a:ext cx="1545336" cy="2258568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F01F94A-AF01-A3F1-982A-995BFB0FAEBB}"/>
                </a:ext>
              </a:extLst>
            </p:cNvPr>
            <p:cNvSpPr txBox="1"/>
            <p:nvPr/>
          </p:nvSpPr>
          <p:spPr>
            <a:xfrm>
              <a:off x="732028" y="0"/>
              <a:ext cx="1050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Esteira 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E34707C2-DBC2-C2EC-CB22-5E1AC990673D}"/>
                </a:ext>
              </a:extLst>
            </p:cNvPr>
            <p:cNvSpPr txBox="1"/>
            <p:nvPr/>
          </p:nvSpPr>
          <p:spPr>
            <a:xfrm>
              <a:off x="1609019" y="369332"/>
              <a:ext cx="420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TA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35380BF-5AC3-EC99-2474-22F1DAC919DB}"/>
                </a:ext>
              </a:extLst>
            </p:cNvPr>
            <p:cNvSpPr txBox="1"/>
            <p:nvPr/>
          </p:nvSpPr>
          <p:spPr>
            <a:xfrm>
              <a:off x="1647144" y="1256562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J1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975BF793-B3ED-910A-2BEC-CD00665CAAB5}"/>
                </a:ext>
              </a:extLst>
            </p:cNvPr>
            <p:cNvSpPr txBox="1"/>
            <p:nvPr/>
          </p:nvSpPr>
          <p:spPr>
            <a:xfrm>
              <a:off x="1530740" y="2143792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MA</a:t>
              </a:r>
            </a:p>
          </p:txBody>
        </p:sp>
      </p:grpSp>
      <p:grpSp>
        <p:nvGrpSpPr>
          <p:cNvPr id="140" name="Agrupar 139">
            <a:extLst>
              <a:ext uri="{FF2B5EF4-FFF2-40B4-BE49-F238E27FC236}">
                <a16:creationId xmlns:a16="http://schemas.microsoft.com/office/drawing/2014/main" id="{CB3231D2-F8AA-D2AC-6DC1-D0CA98B99D06}"/>
              </a:ext>
            </a:extLst>
          </p:cNvPr>
          <p:cNvGrpSpPr/>
          <p:nvPr/>
        </p:nvGrpSpPr>
        <p:grpSpPr>
          <a:xfrm>
            <a:off x="3465904" y="2350318"/>
            <a:ext cx="1267400" cy="1763679"/>
            <a:chOff x="3656404" y="2328458"/>
            <a:chExt cx="1267400" cy="1763679"/>
          </a:xfrm>
        </p:grpSpPr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546D6D71-1318-F574-8F08-368A3EF6DB2E}"/>
                </a:ext>
              </a:extLst>
            </p:cNvPr>
            <p:cNvGrpSpPr/>
            <p:nvPr/>
          </p:nvGrpSpPr>
          <p:grpSpPr>
            <a:xfrm>
              <a:off x="3656404" y="2328458"/>
              <a:ext cx="1267400" cy="1763679"/>
              <a:chOff x="3644833" y="1713665"/>
              <a:chExt cx="1267400" cy="1763679"/>
            </a:xfrm>
          </p:grpSpPr>
          <p:grpSp>
            <p:nvGrpSpPr>
              <p:cNvPr id="40" name="Agrupar 39">
                <a:extLst>
                  <a:ext uri="{FF2B5EF4-FFF2-40B4-BE49-F238E27FC236}">
                    <a16:creationId xmlns:a16="http://schemas.microsoft.com/office/drawing/2014/main" id="{146CA72A-4A04-FE26-8D85-790BFEA5ED77}"/>
                  </a:ext>
                </a:extLst>
              </p:cNvPr>
              <p:cNvGrpSpPr/>
              <p:nvPr/>
            </p:nvGrpSpPr>
            <p:grpSpPr>
              <a:xfrm>
                <a:off x="3644833" y="1713665"/>
                <a:ext cx="1267400" cy="1763679"/>
                <a:chOff x="3644833" y="1713665"/>
                <a:chExt cx="1267400" cy="1763679"/>
              </a:xfrm>
            </p:grpSpPr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D1894A43-4F08-903F-E8E9-9195ADF10C3B}"/>
                    </a:ext>
                  </a:extLst>
                </p:cNvPr>
                <p:cNvSpPr txBox="1"/>
                <p:nvPr/>
              </p:nvSpPr>
              <p:spPr>
                <a:xfrm>
                  <a:off x="3704305" y="1713665"/>
                  <a:ext cx="11176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IRF520_A</a:t>
                  </a:r>
                </a:p>
              </p:txBody>
            </p:sp>
            <p:grpSp>
              <p:nvGrpSpPr>
                <p:cNvPr id="37" name="Agrupar 36">
                  <a:extLst>
                    <a:ext uri="{FF2B5EF4-FFF2-40B4-BE49-F238E27FC236}">
                      <a16:creationId xmlns:a16="http://schemas.microsoft.com/office/drawing/2014/main" id="{90180760-0BF4-29DF-304D-5459ADD6A0DB}"/>
                    </a:ext>
                  </a:extLst>
                </p:cNvPr>
                <p:cNvGrpSpPr/>
                <p:nvPr/>
              </p:nvGrpSpPr>
              <p:grpSpPr>
                <a:xfrm>
                  <a:off x="3644833" y="2057821"/>
                  <a:ext cx="1267400" cy="1419523"/>
                  <a:chOff x="3685600" y="2043683"/>
                  <a:chExt cx="1267400" cy="1419523"/>
                </a:xfrm>
              </p:grpSpPr>
              <p:sp>
                <p:nvSpPr>
                  <p:cNvPr id="17" name="Retângulo 16">
                    <a:extLst>
                      <a:ext uri="{FF2B5EF4-FFF2-40B4-BE49-F238E27FC236}">
                        <a16:creationId xmlns:a16="http://schemas.microsoft.com/office/drawing/2014/main" id="{1C522665-1ECE-CE38-661A-71FE42D130D5}"/>
                      </a:ext>
                    </a:extLst>
                  </p:cNvPr>
                  <p:cNvSpPr/>
                  <p:nvPr/>
                </p:nvSpPr>
                <p:spPr>
                  <a:xfrm>
                    <a:off x="3697171" y="2043683"/>
                    <a:ext cx="1255829" cy="1419523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25" name="CaixaDeTexto 24">
                    <a:extLst>
                      <a:ext uri="{FF2B5EF4-FFF2-40B4-BE49-F238E27FC236}">
                        <a16:creationId xmlns:a16="http://schemas.microsoft.com/office/drawing/2014/main" id="{443A39A5-37FC-85B5-7ACB-C56E6472B020}"/>
                      </a:ext>
                    </a:extLst>
                  </p:cNvPr>
                  <p:cNvSpPr txBox="1"/>
                  <p:nvPr/>
                </p:nvSpPr>
                <p:spPr>
                  <a:xfrm>
                    <a:off x="3692735" y="2061186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VIN</a:t>
                    </a:r>
                  </a:p>
                </p:txBody>
              </p:sp>
              <p:sp>
                <p:nvSpPr>
                  <p:cNvPr id="30" name="CaixaDeTexto 29">
                    <a:extLst>
                      <a:ext uri="{FF2B5EF4-FFF2-40B4-BE49-F238E27FC236}">
                        <a16:creationId xmlns:a16="http://schemas.microsoft.com/office/drawing/2014/main" id="{ED178E6C-3CCB-9321-630C-58C9728F887F}"/>
                      </a:ext>
                    </a:extLst>
                  </p:cNvPr>
                  <p:cNvSpPr txBox="1"/>
                  <p:nvPr/>
                </p:nvSpPr>
                <p:spPr>
                  <a:xfrm>
                    <a:off x="3685600" y="2409968"/>
                    <a:ext cx="6703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GND</a:t>
                    </a:r>
                  </a:p>
                </p:txBody>
              </p:sp>
              <p:sp>
                <p:nvSpPr>
                  <p:cNvPr id="32" name="CaixaDeTexto 31">
                    <a:extLst>
                      <a:ext uri="{FF2B5EF4-FFF2-40B4-BE49-F238E27FC236}">
                        <a16:creationId xmlns:a16="http://schemas.microsoft.com/office/drawing/2014/main" id="{1BEF4507-AEF7-68EA-3638-B4F69F0FD682}"/>
                      </a:ext>
                    </a:extLst>
                  </p:cNvPr>
                  <p:cNvSpPr txBox="1"/>
                  <p:nvPr/>
                </p:nvSpPr>
                <p:spPr>
                  <a:xfrm>
                    <a:off x="3704305" y="2758750"/>
                    <a:ext cx="4427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V+</a:t>
                    </a:r>
                  </a:p>
                </p:txBody>
              </p:sp>
              <p:sp>
                <p:nvSpPr>
                  <p:cNvPr id="34" name="CaixaDeTexto 33">
                    <a:extLst>
                      <a:ext uri="{FF2B5EF4-FFF2-40B4-BE49-F238E27FC236}">
                        <a16:creationId xmlns:a16="http://schemas.microsoft.com/office/drawing/2014/main" id="{3B2065C8-1A00-AC55-09D6-F84DEE7751DD}"/>
                      </a:ext>
                    </a:extLst>
                  </p:cNvPr>
                  <p:cNvSpPr txBox="1"/>
                  <p:nvPr/>
                </p:nvSpPr>
                <p:spPr>
                  <a:xfrm>
                    <a:off x="3704305" y="3093874"/>
                    <a:ext cx="3863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V-</a:t>
                    </a:r>
                  </a:p>
                </p:txBody>
              </p:sp>
            </p:grpSp>
          </p:grp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F8A4A37A-1850-78FD-E1FF-26C315204C4C}"/>
                  </a:ext>
                </a:extLst>
              </p:cNvPr>
              <p:cNvSpPr txBox="1"/>
              <p:nvPr/>
            </p:nvSpPr>
            <p:spPr>
              <a:xfrm>
                <a:off x="4230286" y="2622428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GND</a:t>
                </a:r>
              </a:p>
            </p:txBody>
          </p:sp>
        </p:grp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0166096D-50F6-3DCE-3140-180D7FD0926A}"/>
                </a:ext>
              </a:extLst>
            </p:cNvPr>
            <p:cNvSpPr txBox="1"/>
            <p:nvPr/>
          </p:nvSpPr>
          <p:spPr>
            <a:xfrm>
              <a:off x="4253428" y="2944698"/>
              <a:ext cx="670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VCC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27DCFBE9-E74D-E652-A47D-97001F619124}"/>
                </a:ext>
              </a:extLst>
            </p:cNvPr>
            <p:cNvSpPr txBox="1"/>
            <p:nvPr/>
          </p:nvSpPr>
          <p:spPr>
            <a:xfrm>
              <a:off x="4386477" y="3558737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SIG</a:t>
              </a:r>
            </a:p>
          </p:txBody>
        </p:sp>
      </p:grp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EA93A6E0-4082-F26C-71AE-40E7EE98DC4C}"/>
              </a:ext>
            </a:extLst>
          </p:cNvPr>
          <p:cNvCxnSpPr>
            <a:cxnSpLocks/>
          </p:cNvCxnSpPr>
          <p:nvPr/>
        </p:nvCxnSpPr>
        <p:spPr>
          <a:xfrm flipH="1">
            <a:off x="4721733" y="389019"/>
            <a:ext cx="16126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E1EDB73E-A88A-A9CB-9DA7-61EF2DDB62DD}"/>
              </a:ext>
            </a:extLst>
          </p:cNvPr>
          <p:cNvGrpSpPr/>
          <p:nvPr/>
        </p:nvGrpSpPr>
        <p:grpSpPr>
          <a:xfrm>
            <a:off x="6168676" y="0"/>
            <a:ext cx="1057405" cy="1002936"/>
            <a:chOff x="6359176" y="-21860"/>
            <a:chExt cx="1057405" cy="1002936"/>
          </a:xfrm>
        </p:grpSpPr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AEE33C2D-57EB-396C-50CD-73A90242CFA3}"/>
                </a:ext>
              </a:extLst>
            </p:cNvPr>
            <p:cNvSpPr/>
            <p:nvPr/>
          </p:nvSpPr>
          <p:spPr>
            <a:xfrm>
              <a:off x="6536451" y="290928"/>
              <a:ext cx="702857" cy="69014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B4D1CB0F-5A2E-FE3D-D21B-58EB09EEF8C0}"/>
                </a:ext>
              </a:extLst>
            </p:cNvPr>
            <p:cNvSpPr txBox="1"/>
            <p:nvPr/>
          </p:nvSpPr>
          <p:spPr>
            <a:xfrm>
              <a:off x="6359176" y="-21860"/>
              <a:ext cx="10574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Fonte 5V</a:t>
              </a:r>
            </a:p>
          </p:txBody>
        </p:sp>
      </p:grp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ABC107BA-28A3-346F-B3D7-DFD2B779ADA2}"/>
              </a:ext>
            </a:extLst>
          </p:cNvPr>
          <p:cNvCxnSpPr>
            <a:cxnSpLocks/>
          </p:cNvCxnSpPr>
          <p:nvPr/>
        </p:nvCxnSpPr>
        <p:spPr>
          <a:xfrm flipH="1">
            <a:off x="4721733" y="571542"/>
            <a:ext cx="16126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E17A13A-CD72-34EC-2403-660B0B155759}"/>
              </a:ext>
            </a:extLst>
          </p:cNvPr>
          <p:cNvSpPr txBox="1"/>
          <p:nvPr/>
        </p:nvSpPr>
        <p:spPr>
          <a:xfrm>
            <a:off x="5164403" y="181983"/>
            <a:ext cx="915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5V (0,5 mm)</a:t>
            </a:r>
            <a:endParaRPr lang="pt-BR" sz="120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0AD9BB1-0949-1692-47E3-91B36496CD2D}"/>
              </a:ext>
            </a:extLst>
          </p:cNvPr>
          <p:cNvSpPr txBox="1"/>
          <p:nvPr/>
        </p:nvSpPr>
        <p:spPr>
          <a:xfrm>
            <a:off x="5032449" y="369332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6E0E47D1-2D4E-BAC5-9715-F13A9E021196}"/>
              </a:ext>
            </a:extLst>
          </p:cNvPr>
          <p:cNvCxnSpPr>
            <a:cxnSpLocks/>
          </p:cNvCxnSpPr>
          <p:nvPr/>
        </p:nvCxnSpPr>
        <p:spPr>
          <a:xfrm flipH="1" flipV="1">
            <a:off x="1841686" y="493839"/>
            <a:ext cx="1624218" cy="8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477713B0-07FC-3D99-FC12-A3807C7448E4}"/>
              </a:ext>
            </a:extLst>
          </p:cNvPr>
          <p:cNvCxnSpPr>
            <a:cxnSpLocks/>
          </p:cNvCxnSpPr>
          <p:nvPr/>
        </p:nvCxnSpPr>
        <p:spPr>
          <a:xfrm flipH="1">
            <a:off x="1839468" y="687366"/>
            <a:ext cx="163357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6AEFBB79-6EBB-648A-78F6-E71AFA6596C4}"/>
              </a:ext>
            </a:extLst>
          </p:cNvPr>
          <p:cNvGrpSpPr/>
          <p:nvPr/>
        </p:nvGrpSpPr>
        <p:grpSpPr>
          <a:xfrm>
            <a:off x="3423492" y="0"/>
            <a:ext cx="1298241" cy="1732311"/>
            <a:chOff x="3613992" y="-21860"/>
            <a:chExt cx="1298241" cy="1732311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73CCB558-4FCA-2753-C620-4F1351F8A6BC}"/>
                </a:ext>
              </a:extLst>
            </p:cNvPr>
            <p:cNvSpPr txBox="1"/>
            <p:nvPr/>
          </p:nvSpPr>
          <p:spPr>
            <a:xfrm>
              <a:off x="3613992" y="-21860"/>
              <a:ext cx="12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PL_PASS_A</a:t>
              </a: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2DF43490-5782-3CC8-CF3D-41B7CC989048}"/>
                </a:ext>
              </a:extLst>
            </p:cNvPr>
            <p:cNvSpPr/>
            <p:nvPr/>
          </p:nvSpPr>
          <p:spPr>
            <a:xfrm>
              <a:off x="3656404" y="290928"/>
              <a:ext cx="1255829" cy="141952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0A9C8B34-3433-5B3D-EBBC-D96680368785}"/>
                </a:ext>
              </a:extLst>
            </p:cNvPr>
            <p:cNvSpPr txBox="1"/>
            <p:nvPr/>
          </p:nvSpPr>
          <p:spPr>
            <a:xfrm>
              <a:off x="3672551" y="29617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+</a:t>
              </a:r>
            </a:p>
          </p:txBody>
        </p:sp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id="{9277A750-DC4C-800C-3863-BBA36B8A150D}"/>
                </a:ext>
              </a:extLst>
            </p:cNvPr>
            <p:cNvSpPr txBox="1"/>
            <p:nvPr/>
          </p:nvSpPr>
          <p:spPr>
            <a:xfrm>
              <a:off x="3694993" y="631357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-</a:t>
              </a:r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B206F595-DF8B-35D0-B4B5-58B7B221FEAE}"/>
                </a:ext>
              </a:extLst>
            </p:cNvPr>
            <p:cNvSpPr txBox="1"/>
            <p:nvPr/>
          </p:nvSpPr>
          <p:spPr>
            <a:xfrm>
              <a:off x="3879880" y="970673"/>
              <a:ext cx="808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D0_TA</a:t>
              </a:r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227A7548-C843-0B5C-6610-3610D139F338}"/>
                </a:ext>
              </a:extLst>
            </p:cNvPr>
            <p:cNvSpPr txBox="1"/>
            <p:nvPr/>
          </p:nvSpPr>
          <p:spPr>
            <a:xfrm>
              <a:off x="3888198" y="1338096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D0_J1</a:t>
              </a:r>
            </a:p>
          </p:txBody>
        </p:sp>
      </p:grp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B2F14CB5-BC97-BF6F-AAEB-5233D812BD7C}"/>
              </a:ext>
            </a:extLst>
          </p:cNvPr>
          <p:cNvSpPr txBox="1"/>
          <p:nvPr/>
        </p:nvSpPr>
        <p:spPr>
          <a:xfrm>
            <a:off x="1803282" y="274215"/>
            <a:ext cx="9973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VCC (0,5 mm)</a:t>
            </a:r>
            <a:endParaRPr lang="pt-BR" sz="1200" dirty="0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4608F382-8C92-479E-7257-9A0B11A752AB}"/>
              </a:ext>
            </a:extLst>
          </p:cNvPr>
          <p:cNvSpPr txBox="1"/>
          <p:nvPr/>
        </p:nvSpPr>
        <p:spPr>
          <a:xfrm>
            <a:off x="1803282" y="1253612"/>
            <a:ext cx="9973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VCC (0,5 mm)</a:t>
            </a:r>
            <a:endParaRPr lang="pt-BR" sz="1200" dirty="0"/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C79D6B1E-2046-34B0-D325-2A1E7028E228}"/>
              </a:ext>
            </a:extLst>
          </p:cNvPr>
          <p:cNvSpPr txBox="1"/>
          <p:nvPr/>
        </p:nvSpPr>
        <p:spPr>
          <a:xfrm>
            <a:off x="1785609" y="459693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E4C86144-6A62-9E62-C754-475331428DA7}"/>
              </a:ext>
            </a:extLst>
          </p:cNvPr>
          <p:cNvSpPr txBox="1"/>
          <p:nvPr/>
        </p:nvSpPr>
        <p:spPr>
          <a:xfrm>
            <a:off x="1803282" y="1426432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9F96EBA9-A502-32B6-FD8C-DD9A7641131D}"/>
              </a:ext>
            </a:extLst>
          </p:cNvPr>
          <p:cNvSpPr txBox="1"/>
          <p:nvPr/>
        </p:nvSpPr>
        <p:spPr>
          <a:xfrm>
            <a:off x="1785609" y="662697"/>
            <a:ext cx="11047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D0_TA (0,5 mm)</a:t>
            </a:r>
            <a:endParaRPr lang="pt-BR" sz="1200" dirty="0"/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094C207D-868B-857B-A756-F22353F54317}"/>
              </a:ext>
            </a:extLst>
          </p:cNvPr>
          <p:cNvSpPr txBox="1"/>
          <p:nvPr/>
        </p:nvSpPr>
        <p:spPr>
          <a:xfrm>
            <a:off x="1805500" y="1588624"/>
            <a:ext cx="1077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D0_J1 (0,5 mm)</a:t>
            </a:r>
            <a:endParaRPr lang="pt-BR" sz="1200" dirty="0"/>
          </a:p>
        </p:txBody>
      </p:sp>
      <p:cxnSp>
        <p:nvCxnSpPr>
          <p:cNvPr id="119" name="Conector: Angulado 118">
            <a:extLst>
              <a:ext uri="{FF2B5EF4-FFF2-40B4-BE49-F238E27FC236}">
                <a16:creationId xmlns:a16="http://schemas.microsoft.com/office/drawing/2014/main" id="{099E5F87-2160-0558-3702-A05ACA5F2228}"/>
              </a:ext>
            </a:extLst>
          </p:cNvPr>
          <p:cNvCxnSpPr>
            <a:stCxn id="30" idx="1"/>
          </p:cNvCxnSpPr>
          <p:nvPr/>
        </p:nvCxnSpPr>
        <p:spPr>
          <a:xfrm rot="10800000">
            <a:off x="2890400" y="1588625"/>
            <a:ext cx="575505" cy="1656801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ector: Angulado 120">
            <a:extLst>
              <a:ext uri="{FF2B5EF4-FFF2-40B4-BE49-F238E27FC236}">
                <a16:creationId xmlns:a16="http://schemas.microsoft.com/office/drawing/2014/main" id="{8DC308E1-C29D-B720-F054-FDEB7FBABE91}"/>
              </a:ext>
            </a:extLst>
          </p:cNvPr>
          <p:cNvCxnSpPr>
            <a:cxnSpLocks/>
          </p:cNvCxnSpPr>
          <p:nvPr/>
        </p:nvCxnSpPr>
        <p:spPr>
          <a:xfrm rot="10800000">
            <a:off x="1839469" y="2144883"/>
            <a:ext cx="1633571" cy="1449324"/>
          </a:xfrm>
          <a:prstGeom prst="bentConnector3">
            <a:avLst>
              <a:gd name="adj1" fmla="val 63527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ector: Angulado 124">
            <a:extLst>
              <a:ext uri="{FF2B5EF4-FFF2-40B4-BE49-F238E27FC236}">
                <a16:creationId xmlns:a16="http://schemas.microsoft.com/office/drawing/2014/main" id="{CF646CD0-314C-26BC-343B-E7A97B7523CE}"/>
              </a:ext>
            </a:extLst>
          </p:cNvPr>
          <p:cNvCxnSpPr>
            <a:stCxn id="34" idx="1"/>
            <a:endCxn id="11" idx="3"/>
          </p:cNvCxnSpPr>
          <p:nvPr/>
        </p:nvCxnSpPr>
        <p:spPr>
          <a:xfrm rot="10800000">
            <a:off x="1839469" y="2350319"/>
            <a:ext cx="1645141" cy="1579013"/>
          </a:xfrm>
          <a:prstGeom prst="bentConnector3">
            <a:avLst>
              <a:gd name="adj1" fmla="val 79181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ector: Angulado 127">
            <a:extLst>
              <a:ext uri="{FF2B5EF4-FFF2-40B4-BE49-F238E27FC236}">
                <a16:creationId xmlns:a16="http://schemas.microsoft.com/office/drawing/2014/main" id="{8B9C392F-409F-D996-9A71-6524DA940E6D}"/>
              </a:ext>
            </a:extLst>
          </p:cNvPr>
          <p:cNvCxnSpPr>
            <a:cxnSpLocks/>
            <a:stCxn id="43" idx="3"/>
          </p:cNvCxnSpPr>
          <p:nvPr/>
        </p:nvCxnSpPr>
        <p:spPr>
          <a:xfrm flipH="1" flipV="1">
            <a:off x="2642574" y="2266484"/>
            <a:ext cx="2090730" cy="884740"/>
          </a:xfrm>
          <a:prstGeom prst="bentConnector3">
            <a:avLst>
              <a:gd name="adj1" fmla="val -10934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ector: Angulado 133">
            <a:extLst>
              <a:ext uri="{FF2B5EF4-FFF2-40B4-BE49-F238E27FC236}">
                <a16:creationId xmlns:a16="http://schemas.microsoft.com/office/drawing/2014/main" id="{C33EA48D-C8DD-81CE-D25B-9BC19959010E}"/>
              </a:ext>
            </a:extLst>
          </p:cNvPr>
          <p:cNvCxnSpPr>
            <a:cxnSpLocks/>
            <a:stCxn id="39" idx="3"/>
          </p:cNvCxnSpPr>
          <p:nvPr/>
        </p:nvCxnSpPr>
        <p:spPr>
          <a:xfrm flipH="1" flipV="1">
            <a:off x="2885576" y="1977018"/>
            <a:ext cx="1836157" cy="1466729"/>
          </a:xfrm>
          <a:prstGeom prst="bentConnector3">
            <a:avLst>
              <a:gd name="adj1" fmla="val -2739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: Angulado 148">
            <a:extLst>
              <a:ext uri="{FF2B5EF4-FFF2-40B4-BE49-F238E27FC236}">
                <a16:creationId xmlns:a16="http://schemas.microsoft.com/office/drawing/2014/main" id="{D652DA97-1BC9-EB06-78FE-AEB22D1FDE96}"/>
              </a:ext>
            </a:extLst>
          </p:cNvPr>
          <p:cNvCxnSpPr>
            <a:cxnSpLocks/>
          </p:cNvCxnSpPr>
          <p:nvPr/>
        </p:nvCxnSpPr>
        <p:spPr>
          <a:xfrm>
            <a:off x="4721733" y="1177199"/>
            <a:ext cx="4422877" cy="439526"/>
          </a:xfrm>
          <a:prstGeom prst="bentConnector3">
            <a:avLst>
              <a:gd name="adj1" fmla="val 50000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: Angulado 149">
            <a:extLst>
              <a:ext uri="{FF2B5EF4-FFF2-40B4-BE49-F238E27FC236}">
                <a16:creationId xmlns:a16="http://schemas.microsoft.com/office/drawing/2014/main" id="{6E8D5C7D-67D3-D219-3BB6-B2983534EF2C}"/>
              </a:ext>
            </a:extLst>
          </p:cNvPr>
          <p:cNvCxnSpPr>
            <a:cxnSpLocks/>
          </p:cNvCxnSpPr>
          <p:nvPr/>
        </p:nvCxnSpPr>
        <p:spPr>
          <a:xfrm>
            <a:off x="4712379" y="1366377"/>
            <a:ext cx="4432231" cy="431332"/>
          </a:xfrm>
          <a:prstGeom prst="bentConnector3">
            <a:avLst>
              <a:gd name="adj1" fmla="val 45917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: Angulado 152">
            <a:extLst>
              <a:ext uri="{FF2B5EF4-FFF2-40B4-BE49-F238E27FC236}">
                <a16:creationId xmlns:a16="http://schemas.microsoft.com/office/drawing/2014/main" id="{B3ACC3AD-5DF9-A868-1281-A71F36BFD09A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4733304" y="1933037"/>
            <a:ext cx="4411306" cy="1832226"/>
          </a:xfrm>
          <a:prstGeom prst="bentConnector3">
            <a:avLst>
              <a:gd name="adj1" fmla="val 45574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8DD4BB87-9170-C8BD-17DB-63A7E027F553}"/>
              </a:ext>
            </a:extLst>
          </p:cNvPr>
          <p:cNvSpPr txBox="1"/>
          <p:nvPr/>
        </p:nvSpPr>
        <p:spPr>
          <a:xfrm>
            <a:off x="4754270" y="933152"/>
            <a:ext cx="1374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D0_TA – A0 (0,5 mm)</a:t>
            </a:r>
            <a:endParaRPr lang="pt-BR" sz="1200" dirty="0"/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2BD84C2B-132D-6F7F-94C3-F414B6078095}"/>
              </a:ext>
            </a:extLst>
          </p:cNvPr>
          <p:cNvSpPr txBox="1"/>
          <p:nvPr/>
        </p:nvSpPr>
        <p:spPr>
          <a:xfrm>
            <a:off x="4754270" y="1152466"/>
            <a:ext cx="13468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D0_J1 – A3 (0,5 mm)</a:t>
            </a:r>
            <a:endParaRPr lang="pt-BR" sz="1200" dirty="0"/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A001C1F8-3E6C-7305-4B16-42ACDC4ADA54}"/>
              </a:ext>
            </a:extLst>
          </p:cNvPr>
          <p:cNvSpPr txBox="1"/>
          <p:nvPr/>
        </p:nvSpPr>
        <p:spPr>
          <a:xfrm>
            <a:off x="4668136" y="3760059"/>
            <a:ext cx="17395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SIG_IRF520_A – 9 (0,5 mm)</a:t>
            </a:r>
            <a:endParaRPr lang="pt-BR" sz="1200" dirty="0"/>
          </a:p>
        </p:txBody>
      </p:sp>
      <p:cxnSp>
        <p:nvCxnSpPr>
          <p:cNvPr id="178" name="Conector: Angulado 177">
            <a:extLst>
              <a:ext uri="{FF2B5EF4-FFF2-40B4-BE49-F238E27FC236}">
                <a16:creationId xmlns:a16="http://schemas.microsoft.com/office/drawing/2014/main" id="{54C40666-4C4C-57ED-806A-6125D521766C}"/>
              </a:ext>
            </a:extLst>
          </p:cNvPr>
          <p:cNvCxnSpPr>
            <a:cxnSpLocks/>
            <a:stCxn id="187" idx="3"/>
          </p:cNvCxnSpPr>
          <p:nvPr/>
        </p:nvCxnSpPr>
        <p:spPr>
          <a:xfrm flipV="1">
            <a:off x="1839468" y="4729190"/>
            <a:ext cx="1601776" cy="960388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ector: Angulado 178">
            <a:extLst>
              <a:ext uri="{FF2B5EF4-FFF2-40B4-BE49-F238E27FC236}">
                <a16:creationId xmlns:a16="http://schemas.microsoft.com/office/drawing/2014/main" id="{492285EE-6ED7-F023-0E1B-3EB99D52F85F}"/>
              </a:ext>
            </a:extLst>
          </p:cNvPr>
          <p:cNvCxnSpPr>
            <a:cxnSpLocks/>
          </p:cNvCxnSpPr>
          <p:nvPr/>
        </p:nvCxnSpPr>
        <p:spPr>
          <a:xfrm flipV="1">
            <a:off x="1837250" y="4914978"/>
            <a:ext cx="1624218" cy="930070"/>
          </a:xfrm>
          <a:prstGeom prst="bentConnector3">
            <a:avLst>
              <a:gd name="adj1" fmla="val 64661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ector: Angulado 179">
            <a:extLst>
              <a:ext uri="{FF2B5EF4-FFF2-40B4-BE49-F238E27FC236}">
                <a16:creationId xmlns:a16="http://schemas.microsoft.com/office/drawing/2014/main" id="{0F56408F-23C6-91CD-D27E-AAA87F522C2E}"/>
              </a:ext>
            </a:extLst>
          </p:cNvPr>
          <p:cNvCxnSpPr>
            <a:cxnSpLocks/>
          </p:cNvCxnSpPr>
          <p:nvPr/>
        </p:nvCxnSpPr>
        <p:spPr>
          <a:xfrm>
            <a:off x="1841686" y="5098289"/>
            <a:ext cx="1599558" cy="281724"/>
          </a:xfrm>
          <a:prstGeom prst="bentConnector3">
            <a:avLst>
              <a:gd name="adj1" fmla="val 80667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ector: Angulado 180">
            <a:extLst>
              <a:ext uri="{FF2B5EF4-FFF2-40B4-BE49-F238E27FC236}">
                <a16:creationId xmlns:a16="http://schemas.microsoft.com/office/drawing/2014/main" id="{12C41445-1899-B707-B580-185683056431}"/>
              </a:ext>
            </a:extLst>
          </p:cNvPr>
          <p:cNvCxnSpPr>
            <a:cxnSpLocks/>
          </p:cNvCxnSpPr>
          <p:nvPr/>
        </p:nvCxnSpPr>
        <p:spPr>
          <a:xfrm flipV="1">
            <a:off x="1837250" y="5774622"/>
            <a:ext cx="1615565" cy="254903"/>
          </a:xfrm>
          <a:prstGeom prst="bentConnector3">
            <a:avLst>
              <a:gd name="adj1" fmla="val 80511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: Angulado 181">
            <a:extLst>
              <a:ext uri="{FF2B5EF4-FFF2-40B4-BE49-F238E27FC236}">
                <a16:creationId xmlns:a16="http://schemas.microsoft.com/office/drawing/2014/main" id="{9D5F669D-CB5C-AEF2-B6EE-2F0C8F3B1889}"/>
              </a:ext>
            </a:extLst>
          </p:cNvPr>
          <p:cNvCxnSpPr>
            <a:stCxn id="198" idx="1"/>
          </p:cNvCxnSpPr>
          <p:nvPr/>
        </p:nvCxnSpPr>
        <p:spPr>
          <a:xfrm rot="10800000">
            <a:off x="2640357" y="5689579"/>
            <a:ext cx="830465" cy="1433555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3" name="Agrupar 182">
            <a:extLst>
              <a:ext uri="{FF2B5EF4-FFF2-40B4-BE49-F238E27FC236}">
                <a16:creationId xmlns:a16="http://schemas.microsoft.com/office/drawing/2014/main" id="{87B09000-7B76-73E8-5318-BF47C2AA07D5}"/>
              </a:ext>
            </a:extLst>
          </p:cNvPr>
          <p:cNvGrpSpPr/>
          <p:nvPr/>
        </p:nvGrpSpPr>
        <p:grpSpPr>
          <a:xfrm>
            <a:off x="291914" y="4248350"/>
            <a:ext cx="1559121" cy="2606040"/>
            <a:chOff x="484632" y="0"/>
            <a:chExt cx="1559121" cy="2606040"/>
          </a:xfrm>
        </p:grpSpPr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21D20338-FF26-E8AC-93DB-8D62909E938D}"/>
                </a:ext>
              </a:extLst>
            </p:cNvPr>
            <p:cNvSpPr/>
            <p:nvPr/>
          </p:nvSpPr>
          <p:spPr>
            <a:xfrm>
              <a:off x="484632" y="347472"/>
              <a:ext cx="1545336" cy="225856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5" name="CaixaDeTexto 184">
              <a:extLst>
                <a:ext uri="{FF2B5EF4-FFF2-40B4-BE49-F238E27FC236}">
                  <a16:creationId xmlns:a16="http://schemas.microsoft.com/office/drawing/2014/main" id="{A6CF278D-DFC9-0ECC-620F-94FCD16899C9}"/>
                </a:ext>
              </a:extLst>
            </p:cNvPr>
            <p:cNvSpPr txBox="1"/>
            <p:nvPr/>
          </p:nvSpPr>
          <p:spPr>
            <a:xfrm>
              <a:off x="732028" y="0"/>
              <a:ext cx="1053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Esteira B</a:t>
              </a:r>
            </a:p>
          </p:txBody>
        </p:sp>
        <p:sp>
          <p:nvSpPr>
            <p:cNvPr id="186" name="CaixaDeTexto 185">
              <a:extLst>
                <a:ext uri="{FF2B5EF4-FFF2-40B4-BE49-F238E27FC236}">
                  <a16:creationId xmlns:a16="http://schemas.microsoft.com/office/drawing/2014/main" id="{980AEAAC-3376-C048-FAE4-E279A13B0072}"/>
                </a:ext>
              </a:extLst>
            </p:cNvPr>
            <p:cNvSpPr txBox="1"/>
            <p:nvPr/>
          </p:nvSpPr>
          <p:spPr>
            <a:xfrm>
              <a:off x="1609019" y="369332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TB</a:t>
              </a:r>
            </a:p>
          </p:txBody>
        </p:sp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CA6FAF4D-ABC7-77BD-D13A-AB80B29D37EA}"/>
                </a:ext>
              </a:extLst>
            </p:cNvPr>
            <p:cNvSpPr txBox="1"/>
            <p:nvPr/>
          </p:nvSpPr>
          <p:spPr>
            <a:xfrm>
              <a:off x="1647144" y="1256562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J2</a:t>
              </a:r>
            </a:p>
          </p:txBody>
        </p:sp>
        <p:sp>
          <p:nvSpPr>
            <p:cNvPr id="188" name="CaixaDeTexto 187">
              <a:extLst>
                <a:ext uri="{FF2B5EF4-FFF2-40B4-BE49-F238E27FC236}">
                  <a16:creationId xmlns:a16="http://schemas.microsoft.com/office/drawing/2014/main" id="{61CEF206-FC5F-3B04-EFD5-1B728A13F7B3}"/>
                </a:ext>
              </a:extLst>
            </p:cNvPr>
            <p:cNvSpPr txBox="1"/>
            <p:nvPr/>
          </p:nvSpPr>
          <p:spPr>
            <a:xfrm>
              <a:off x="1530740" y="2143792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MB</a:t>
              </a:r>
            </a:p>
          </p:txBody>
        </p:sp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0E75651C-C4C2-1824-666D-35FDBF7DA115}"/>
              </a:ext>
            </a:extLst>
          </p:cNvPr>
          <p:cNvGrpSpPr/>
          <p:nvPr/>
        </p:nvGrpSpPr>
        <p:grpSpPr>
          <a:xfrm>
            <a:off x="3463686" y="6576808"/>
            <a:ext cx="1267400" cy="1763679"/>
            <a:chOff x="3656404" y="2328458"/>
            <a:chExt cx="1267400" cy="1763679"/>
          </a:xfrm>
        </p:grpSpPr>
        <p:grpSp>
          <p:nvGrpSpPr>
            <p:cNvPr id="190" name="Agrupar 189">
              <a:extLst>
                <a:ext uri="{FF2B5EF4-FFF2-40B4-BE49-F238E27FC236}">
                  <a16:creationId xmlns:a16="http://schemas.microsoft.com/office/drawing/2014/main" id="{EC602599-A9D8-C76B-E206-8A8ADE3CE3CD}"/>
                </a:ext>
              </a:extLst>
            </p:cNvPr>
            <p:cNvGrpSpPr/>
            <p:nvPr/>
          </p:nvGrpSpPr>
          <p:grpSpPr>
            <a:xfrm>
              <a:off x="3656404" y="2328458"/>
              <a:ext cx="1267400" cy="1763679"/>
              <a:chOff x="3644833" y="1713665"/>
              <a:chExt cx="1267400" cy="1763679"/>
            </a:xfrm>
          </p:grpSpPr>
          <p:grpSp>
            <p:nvGrpSpPr>
              <p:cNvPr id="193" name="Agrupar 192">
                <a:extLst>
                  <a:ext uri="{FF2B5EF4-FFF2-40B4-BE49-F238E27FC236}">
                    <a16:creationId xmlns:a16="http://schemas.microsoft.com/office/drawing/2014/main" id="{A67A2338-7C64-F507-CE33-8866F01FFE5F}"/>
                  </a:ext>
                </a:extLst>
              </p:cNvPr>
              <p:cNvGrpSpPr/>
              <p:nvPr/>
            </p:nvGrpSpPr>
            <p:grpSpPr>
              <a:xfrm>
                <a:off x="3644833" y="1713665"/>
                <a:ext cx="1267400" cy="1763679"/>
                <a:chOff x="3644833" y="1713665"/>
                <a:chExt cx="1267400" cy="1763679"/>
              </a:xfrm>
            </p:grpSpPr>
            <p:sp>
              <p:nvSpPr>
                <p:cNvPr id="195" name="CaixaDeTexto 194">
                  <a:extLst>
                    <a:ext uri="{FF2B5EF4-FFF2-40B4-BE49-F238E27FC236}">
                      <a16:creationId xmlns:a16="http://schemas.microsoft.com/office/drawing/2014/main" id="{177C194A-96B0-F673-A28E-52EA3DDA6EB8}"/>
                    </a:ext>
                  </a:extLst>
                </p:cNvPr>
                <p:cNvSpPr txBox="1"/>
                <p:nvPr/>
              </p:nvSpPr>
              <p:spPr>
                <a:xfrm>
                  <a:off x="3704304" y="1713665"/>
                  <a:ext cx="11870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IRF520_B</a:t>
                  </a:r>
                </a:p>
              </p:txBody>
            </p:sp>
            <p:grpSp>
              <p:nvGrpSpPr>
                <p:cNvPr id="196" name="Agrupar 195">
                  <a:extLst>
                    <a:ext uri="{FF2B5EF4-FFF2-40B4-BE49-F238E27FC236}">
                      <a16:creationId xmlns:a16="http://schemas.microsoft.com/office/drawing/2014/main" id="{C6FB6316-A34E-311C-5E0D-3B19E59EAD08}"/>
                    </a:ext>
                  </a:extLst>
                </p:cNvPr>
                <p:cNvGrpSpPr/>
                <p:nvPr/>
              </p:nvGrpSpPr>
              <p:grpSpPr>
                <a:xfrm>
                  <a:off x="3644833" y="2057821"/>
                  <a:ext cx="1267400" cy="1419523"/>
                  <a:chOff x="3685600" y="2043683"/>
                  <a:chExt cx="1267400" cy="1419523"/>
                </a:xfrm>
              </p:grpSpPr>
              <p:sp>
                <p:nvSpPr>
                  <p:cNvPr id="197" name="Retângulo 196">
                    <a:extLst>
                      <a:ext uri="{FF2B5EF4-FFF2-40B4-BE49-F238E27FC236}">
                        <a16:creationId xmlns:a16="http://schemas.microsoft.com/office/drawing/2014/main" id="{0BF67545-5C52-C5E0-3D0A-707F14C7571A}"/>
                      </a:ext>
                    </a:extLst>
                  </p:cNvPr>
                  <p:cNvSpPr/>
                  <p:nvPr/>
                </p:nvSpPr>
                <p:spPr>
                  <a:xfrm>
                    <a:off x="3697171" y="2043683"/>
                    <a:ext cx="1255829" cy="1419523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198" name="CaixaDeTexto 197">
                    <a:extLst>
                      <a:ext uri="{FF2B5EF4-FFF2-40B4-BE49-F238E27FC236}">
                        <a16:creationId xmlns:a16="http://schemas.microsoft.com/office/drawing/2014/main" id="{DDBDC468-637D-3891-34AA-5F9CF73D9608}"/>
                      </a:ext>
                    </a:extLst>
                  </p:cNvPr>
                  <p:cNvSpPr txBox="1"/>
                  <p:nvPr/>
                </p:nvSpPr>
                <p:spPr>
                  <a:xfrm>
                    <a:off x="3692735" y="2061186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VIN</a:t>
                    </a:r>
                  </a:p>
                </p:txBody>
              </p:sp>
              <p:sp>
                <p:nvSpPr>
                  <p:cNvPr id="199" name="CaixaDeTexto 198">
                    <a:extLst>
                      <a:ext uri="{FF2B5EF4-FFF2-40B4-BE49-F238E27FC236}">
                        <a16:creationId xmlns:a16="http://schemas.microsoft.com/office/drawing/2014/main" id="{C6CF9EB7-C743-55EB-44A4-38659089D0C4}"/>
                      </a:ext>
                    </a:extLst>
                  </p:cNvPr>
                  <p:cNvSpPr txBox="1"/>
                  <p:nvPr/>
                </p:nvSpPr>
                <p:spPr>
                  <a:xfrm>
                    <a:off x="3685600" y="2409968"/>
                    <a:ext cx="6703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GND</a:t>
                    </a:r>
                  </a:p>
                </p:txBody>
              </p:sp>
              <p:sp>
                <p:nvSpPr>
                  <p:cNvPr id="200" name="CaixaDeTexto 199">
                    <a:extLst>
                      <a:ext uri="{FF2B5EF4-FFF2-40B4-BE49-F238E27FC236}">
                        <a16:creationId xmlns:a16="http://schemas.microsoft.com/office/drawing/2014/main" id="{25F9EF85-161B-B68D-1657-191D09BCC6C5}"/>
                      </a:ext>
                    </a:extLst>
                  </p:cNvPr>
                  <p:cNvSpPr txBox="1"/>
                  <p:nvPr/>
                </p:nvSpPr>
                <p:spPr>
                  <a:xfrm>
                    <a:off x="3704305" y="2758750"/>
                    <a:ext cx="4427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V+</a:t>
                    </a:r>
                  </a:p>
                </p:txBody>
              </p:sp>
              <p:sp>
                <p:nvSpPr>
                  <p:cNvPr id="201" name="CaixaDeTexto 200">
                    <a:extLst>
                      <a:ext uri="{FF2B5EF4-FFF2-40B4-BE49-F238E27FC236}">
                        <a16:creationId xmlns:a16="http://schemas.microsoft.com/office/drawing/2014/main" id="{D3947028-C2F7-35CD-7F0E-5DFF453335DC}"/>
                      </a:ext>
                    </a:extLst>
                  </p:cNvPr>
                  <p:cNvSpPr txBox="1"/>
                  <p:nvPr/>
                </p:nvSpPr>
                <p:spPr>
                  <a:xfrm>
                    <a:off x="3704305" y="3093874"/>
                    <a:ext cx="3863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V-</a:t>
                    </a:r>
                  </a:p>
                </p:txBody>
              </p:sp>
            </p:grpSp>
          </p:grpSp>
          <p:sp>
            <p:nvSpPr>
              <p:cNvPr id="194" name="CaixaDeTexto 193">
                <a:extLst>
                  <a:ext uri="{FF2B5EF4-FFF2-40B4-BE49-F238E27FC236}">
                    <a16:creationId xmlns:a16="http://schemas.microsoft.com/office/drawing/2014/main" id="{207735C8-184B-E65C-6A9E-B7BA103FD0BB}"/>
                  </a:ext>
                </a:extLst>
              </p:cNvPr>
              <p:cNvSpPr txBox="1"/>
              <p:nvPr/>
            </p:nvSpPr>
            <p:spPr>
              <a:xfrm>
                <a:off x="4230286" y="2622428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GND</a:t>
                </a:r>
              </a:p>
            </p:txBody>
          </p:sp>
        </p:grpSp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id="{F22EB06F-61C3-8D21-6375-D008CA610E14}"/>
                </a:ext>
              </a:extLst>
            </p:cNvPr>
            <p:cNvSpPr txBox="1"/>
            <p:nvPr/>
          </p:nvSpPr>
          <p:spPr>
            <a:xfrm>
              <a:off x="4253428" y="2944698"/>
              <a:ext cx="670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VCC</a:t>
              </a:r>
            </a:p>
          </p:txBody>
        </p:sp>
        <p:sp>
          <p:nvSpPr>
            <p:cNvPr id="192" name="CaixaDeTexto 191">
              <a:extLst>
                <a:ext uri="{FF2B5EF4-FFF2-40B4-BE49-F238E27FC236}">
                  <a16:creationId xmlns:a16="http://schemas.microsoft.com/office/drawing/2014/main" id="{8FCCD7B0-5A84-E0FA-F637-B07B3F577DF5}"/>
                </a:ext>
              </a:extLst>
            </p:cNvPr>
            <p:cNvSpPr txBox="1"/>
            <p:nvPr/>
          </p:nvSpPr>
          <p:spPr>
            <a:xfrm>
              <a:off x="4386477" y="3558737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SIG</a:t>
              </a:r>
            </a:p>
          </p:txBody>
        </p:sp>
      </p:grpSp>
      <p:cxnSp>
        <p:nvCxnSpPr>
          <p:cNvPr id="202" name="Conector reto 201">
            <a:extLst>
              <a:ext uri="{FF2B5EF4-FFF2-40B4-BE49-F238E27FC236}">
                <a16:creationId xmlns:a16="http://schemas.microsoft.com/office/drawing/2014/main" id="{DA026283-D02D-83E1-5F94-D8098C520497}"/>
              </a:ext>
            </a:extLst>
          </p:cNvPr>
          <p:cNvCxnSpPr>
            <a:cxnSpLocks/>
          </p:cNvCxnSpPr>
          <p:nvPr/>
        </p:nvCxnSpPr>
        <p:spPr>
          <a:xfrm flipH="1">
            <a:off x="4719515" y="4615509"/>
            <a:ext cx="16126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3" name="Agrupar 202">
            <a:extLst>
              <a:ext uri="{FF2B5EF4-FFF2-40B4-BE49-F238E27FC236}">
                <a16:creationId xmlns:a16="http://schemas.microsoft.com/office/drawing/2014/main" id="{C9B92251-1976-1BD3-081A-42BB582A4C00}"/>
              </a:ext>
            </a:extLst>
          </p:cNvPr>
          <p:cNvGrpSpPr/>
          <p:nvPr/>
        </p:nvGrpSpPr>
        <p:grpSpPr>
          <a:xfrm>
            <a:off x="6166458" y="4226490"/>
            <a:ext cx="1057405" cy="1002936"/>
            <a:chOff x="6359176" y="-21860"/>
            <a:chExt cx="1057405" cy="1002936"/>
          </a:xfrm>
        </p:grpSpPr>
        <p:sp>
          <p:nvSpPr>
            <p:cNvPr id="204" name="Retângulo 203">
              <a:extLst>
                <a:ext uri="{FF2B5EF4-FFF2-40B4-BE49-F238E27FC236}">
                  <a16:creationId xmlns:a16="http://schemas.microsoft.com/office/drawing/2014/main" id="{8BB073FB-F61F-C2EB-D603-79ED36EEE495}"/>
                </a:ext>
              </a:extLst>
            </p:cNvPr>
            <p:cNvSpPr/>
            <p:nvPr/>
          </p:nvSpPr>
          <p:spPr>
            <a:xfrm>
              <a:off x="6536451" y="290928"/>
              <a:ext cx="702857" cy="69014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5" name="CaixaDeTexto 204">
              <a:extLst>
                <a:ext uri="{FF2B5EF4-FFF2-40B4-BE49-F238E27FC236}">
                  <a16:creationId xmlns:a16="http://schemas.microsoft.com/office/drawing/2014/main" id="{E331D876-0D6B-8B3E-11A6-3388ED290E38}"/>
                </a:ext>
              </a:extLst>
            </p:cNvPr>
            <p:cNvSpPr txBox="1"/>
            <p:nvPr/>
          </p:nvSpPr>
          <p:spPr>
            <a:xfrm>
              <a:off x="6359176" y="-21860"/>
              <a:ext cx="10574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Fonte 5V</a:t>
              </a:r>
            </a:p>
          </p:txBody>
        </p:sp>
      </p:grpSp>
      <p:cxnSp>
        <p:nvCxnSpPr>
          <p:cNvPr id="206" name="Conector reto 205">
            <a:extLst>
              <a:ext uri="{FF2B5EF4-FFF2-40B4-BE49-F238E27FC236}">
                <a16:creationId xmlns:a16="http://schemas.microsoft.com/office/drawing/2014/main" id="{C3D70A05-ED79-9D54-C9DE-2C93338D1C64}"/>
              </a:ext>
            </a:extLst>
          </p:cNvPr>
          <p:cNvCxnSpPr>
            <a:cxnSpLocks/>
          </p:cNvCxnSpPr>
          <p:nvPr/>
        </p:nvCxnSpPr>
        <p:spPr>
          <a:xfrm flipH="1">
            <a:off x="4719515" y="4798032"/>
            <a:ext cx="16126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CaixaDeTexto 206">
            <a:extLst>
              <a:ext uri="{FF2B5EF4-FFF2-40B4-BE49-F238E27FC236}">
                <a16:creationId xmlns:a16="http://schemas.microsoft.com/office/drawing/2014/main" id="{22A07312-906D-149A-9862-CFAD888293EA}"/>
              </a:ext>
            </a:extLst>
          </p:cNvPr>
          <p:cNvSpPr txBox="1"/>
          <p:nvPr/>
        </p:nvSpPr>
        <p:spPr>
          <a:xfrm>
            <a:off x="5162185" y="4408473"/>
            <a:ext cx="915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5V (0,5 mm)</a:t>
            </a:r>
            <a:endParaRPr lang="pt-BR" sz="1200" dirty="0"/>
          </a:p>
        </p:txBody>
      </p:sp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9B09AFAF-EE16-1350-A1ED-E961B8A0EF1B}"/>
              </a:ext>
            </a:extLst>
          </p:cNvPr>
          <p:cNvSpPr txBox="1"/>
          <p:nvPr/>
        </p:nvSpPr>
        <p:spPr>
          <a:xfrm>
            <a:off x="5030231" y="4595822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cxnSp>
        <p:nvCxnSpPr>
          <p:cNvPr id="209" name="Conector reto 208">
            <a:extLst>
              <a:ext uri="{FF2B5EF4-FFF2-40B4-BE49-F238E27FC236}">
                <a16:creationId xmlns:a16="http://schemas.microsoft.com/office/drawing/2014/main" id="{536A875B-1455-1A17-A4D6-BE20DC7FE0AF}"/>
              </a:ext>
            </a:extLst>
          </p:cNvPr>
          <p:cNvCxnSpPr>
            <a:cxnSpLocks/>
          </p:cNvCxnSpPr>
          <p:nvPr/>
        </p:nvCxnSpPr>
        <p:spPr>
          <a:xfrm flipH="1" flipV="1">
            <a:off x="1839468" y="4720329"/>
            <a:ext cx="1624218" cy="8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reto 209">
            <a:extLst>
              <a:ext uri="{FF2B5EF4-FFF2-40B4-BE49-F238E27FC236}">
                <a16:creationId xmlns:a16="http://schemas.microsoft.com/office/drawing/2014/main" id="{D7356965-39A7-1FB9-D3C3-E38D7721629D}"/>
              </a:ext>
            </a:extLst>
          </p:cNvPr>
          <p:cNvCxnSpPr>
            <a:cxnSpLocks/>
          </p:cNvCxnSpPr>
          <p:nvPr/>
        </p:nvCxnSpPr>
        <p:spPr>
          <a:xfrm flipH="1">
            <a:off x="1837250" y="4913856"/>
            <a:ext cx="163357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BBE59910-D2C5-BE29-B260-B53FA413170B}"/>
              </a:ext>
            </a:extLst>
          </p:cNvPr>
          <p:cNvGrpSpPr/>
          <p:nvPr/>
        </p:nvGrpSpPr>
        <p:grpSpPr>
          <a:xfrm>
            <a:off x="3421274" y="4226490"/>
            <a:ext cx="1301447" cy="1732311"/>
            <a:chOff x="3613992" y="-21860"/>
            <a:chExt cx="1301447" cy="1732311"/>
          </a:xfrm>
        </p:grpSpPr>
        <p:sp>
          <p:nvSpPr>
            <p:cNvPr id="212" name="CaixaDeTexto 211">
              <a:extLst>
                <a:ext uri="{FF2B5EF4-FFF2-40B4-BE49-F238E27FC236}">
                  <a16:creationId xmlns:a16="http://schemas.microsoft.com/office/drawing/2014/main" id="{377DB71C-9192-7482-2F1B-BFCA8B8A5954}"/>
                </a:ext>
              </a:extLst>
            </p:cNvPr>
            <p:cNvSpPr txBox="1"/>
            <p:nvPr/>
          </p:nvSpPr>
          <p:spPr>
            <a:xfrm>
              <a:off x="3613992" y="-21860"/>
              <a:ext cx="13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PL_PASS_B</a:t>
              </a:r>
            </a:p>
          </p:txBody>
        </p:sp>
        <p:sp>
          <p:nvSpPr>
            <p:cNvPr id="213" name="Retângulo 212">
              <a:extLst>
                <a:ext uri="{FF2B5EF4-FFF2-40B4-BE49-F238E27FC236}">
                  <a16:creationId xmlns:a16="http://schemas.microsoft.com/office/drawing/2014/main" id="{1D110B21-7138-ED92-CB7D-68ABB90331DC}"/>
                </a:ext>
              </a:extLst>
            </p:cNvPr>
            <p:cNvSpPr/>
            <p:nvPr/>
          </p:nvSpPr>
          <p:spPr>
            <a:xfrm>
              <a:off x="3656404" y="290928"/>
              <a:ext cx="1255829" cy="141952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4" name="CaixaDeTexto 213">
              <a:extLst>
                <a:ext uri="{FF2B5EF4-FFF2-40B4-BE49-F238E27FC236}">
                  <a16:creationId xmlns:a16="http://schemas.microsoft.com/office/drawing/2014/main" id="{F79D578B-A06B-5082-5083-496D908B072C}"/>
                </a:ext>
              </a:extLst>
            </p:cNvPr>
            <p:cNvSpPr txBox="1"/>
            <p:nvPr/>
          </p:nvSpPr>
          <p:spPr>
            <a:xfrm>
              <a:off x="3672551" y="29617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+</a:t>
              </a:r>
            </a:p>
          </p:txBody>
        </p:sp>
        <p:sp>
          <p:nvSpPr>
            <p:cNvPr id="215" name="CaixaDeTexto 214">
              <a:extLst>
                <a:ext uri="{FF2B5EF4-FFF2-40B4-BE49-F238E27FC236}">
                  <a16:creationId xmlns:a16="http://schemas.microsoft.com/office/drawing/2014/main" id="{286DF44E-CD74-6721-1369-9F7D2833D7BA}"/>
                </a:ext>
              </a:extLst>
            </p:cNvPr>
            <p:cNvSpPr txBox="1"/>
            <p:nvPr/>
          </p:nvSpPr>
          <p:spPr>
            <a:xfrm>
              <a:off x="3694993" y="631357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-</a:t>
              </a:r>
            </a:p>
          </p:txBody>
        </p:sp>
        <p:sp>
          <p:nvSpPr>
            <p:cNvPr id="216" name="CaixaDeTexto 215">
              <a:extLst>
                <a:ext uri="{FF2B5EF4-FFF2-40B4-BE49-F238E27FC236}">
                  <a16:creationId xmlns:a16="http://schemas.microsoft.com/office/drawing/2014/main" id="{8AF06607-6E74-F513-A11C-D000947AD02E}"/>
                </a:ext>
              </a:extLst>
            </p:cNvPr>
            <p:cNvSpPr txBox="1"/>
            <p:nvPr/>
          </p:nvSpPr>
          <p:spPr>
            <a:xfrm>
              <a:off x="3879880" y="970673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D0_TB</a:t>
              </a:r>
            </a:p>
          </p:txBody>
        </p:sp>
        <p:sp>
          <p:nvSpPr>
            <p:cNvPr id="217" name="CaixaDeTexto 216">
              <a:extLst>
                <a:ext uri="{FF2B5EF4-FFF2-40B4-BE49-F238E27FC236}">
                  <a16:creationId xmlns:a16="http://schemas.microsoft.com/office/drawing/2014/main" id="{4616412B-DC29-EB75-433A-DE54C58D545A}"/>
                </a:ext>
              </a:extLst>
            </p:cNvPr>
            <p:cNvSpPr txBox="1"/>
            <p:nvPr/>
          </p:nvSpPr>
          <p:spPr>
            <a:xfrm>
              <a:off x="3888198" y="1338096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D0_J2</a:t>
              </a:r>
            </a:p>
          </p:txBody>
        </p:sp>
      </p:grpSp>
      <p:sp>
        <p:nvSpPr>
          <p:cNvPr id="218" name="CaixaDeTexto 217">
            <a:extLst>
              <a:ext uri="{FF2B5EF4-FFF2-40B4-BE49-F238E27FC236}">
                <a16:creationId xmlns:a16="http://schemas.microsoft.com/office/drawing/2014/main" id="{1AE676B7-1BA2-5797-632E-66263E6EDA85}"/>
              </a:ext>
            </a:extLst>
          </p:cNvPr>
          <p:cNvSpPr txBox="1"/>
          <p:nvPr/>
        </p:nvSpPr>
        <p:spPr>
          <a:xfrm>
            <a:off x="1801064" y="4500705"/>
            <a:ext cx="9973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VCC (0,5 mm)</a:t>
            </a:r>
            <a:endParaRPr lang="pt-BR" sz="1200" dirty="0"/>
          </a:p>
        </p:txBody>
      </p:sp>
      <p:sp>
        <p:nvSpPr>
          <p:cNvPr id="219" name="CaixaDeTexto 218">
            <a:extLst>
              <a:ext uri="{FF2B5EF4-FFF2-40B4-BE49-F238E27FC236}">
                <a16:creationId xmlns:a16="http://schemas.microsoft.com/office/drawing/2014/main" id="{19EBC192-B049-7330-61A8-2A3F9FBBF39D}"/>
              </a:ext>
            </a:extLst>
          </p:cNvPr>
          <p:cNvSpPr txBox="1"/>
          <p:nvPr/>
        </p:nvSpPr>
        <p:spPr>
          <a:xfrm>
            <a:off x="1801064" y="5480102"/>
            <a:ext cx="9973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VCC (0,5 mm)</a:t>
            </a:r>
            <a:endParaRPr lang="pt-BR" sz="1200" dirty="0"/>
          </a:p>
        </p:txBody>
      </p:sp>
      <p:sp>
        <p:nvSpPr>
          <p:cNvPr id="220" name="CaixaDeTexto 219">
            <a:extLst>
              <a:ext uri="{FF2B5EF4-FFF2-40B4-BE49-F238E27FC236}">
                <a16:creationId xmlns:a16="http://schemas.microsoft.com/office/drawing/2014/main" id="{8F910308-FAD5-3D25-4964-120A682A4F20}"/>
              </a:ext>
            </a:extLst>
          </p:cNvPr>
          <p:cNvSpPr txBox="1"/>
          <p:nvPr/>
        </p:nvSpPr>
        <p:spPr>
          <a:xfrm>
            <a:off x="1783391" y="4686183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sp>
        <p:nvSpPr>
          <p:cNvPr id="221" name="CaixaDeTexto 220">
            <a:extLst>
              <a:ext uri="{FF2B5EF4-FFF2-40B4-BE49-F238E27FC236}">
                <a16:creationId xmlns:a16="http://schemas.microsoft.com/office/drawing/2014/main" id="{EACA3C98-AD3A-5188-FE71-BC49E6BE3CDC}"/>
              </a:ext>
            </a:extLst>
          </p:cNvPr>
          <p:cNvSpPr txBox="1"/>
          <p:nvPr/>
        </p:nvSpPr>
        <p:spPr>
          <a:xfrm>
            <a:off x="1801064" y="5652922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6AEB9A87-1161-4C36-D5F8-61B1943A8B27}"/>
              </a:ext>
            </a:extLst>
          </p:cNvPr>
          <p:cNvSpPr txBox="1"/>
          <p:nvPr/>
        </p:nvSpPr>
        <p:spPr>
          <a:xfrm>
            <a:off x="1783391" y="4889187"/>
            <a:ext cx="11047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D0_TB (0,5 mm)</a:t>
            </a:r>
            <a:endParaRPr lang="pt-BR" sz="1200" dirty="0"/>
          </a:p>
        </p:txBody>
      </p:sp>
      <p:sp>
        <p:nvSpPr>
          <p:cNvPr id="223" name="CaixaDeTexto 222">
            <a:extLst>
              <a:ext uri="{FF2B5EF4-FFF2-40B4-BE49-F238E27FC236}">
                <a16:creationId xmlns:a16="http://schemas.microsoft.com/office/drawing/2014/main" id="{212AC9DC-E319-4D60-3DA9-18B3BBBBF4D4}"/>
              </a:ext>
            </a:extLst>
          </p:cNvPr>
          <p:cNvSpPr txBox="1"/>
          <p:nvPr/>
        </p:nvSpPr>
        <p:spPr>
          <a:xfrm>
            <a:off x="1803282" y="5815114"/>
            <a:ext cx="1077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D0_J2 (0,5 mm)</a:t>
            </a:r>
            <a:endParaRPr lang="pt-BR" sz="1200" dirty="0"/>
          </a:p>
        </p:txBody>
      </p:sp>
      <p:cxnSp>
        <p:nvCxnSpPr>
          <p:cNvPr id="224" name="Conector: Angulado 223">
            <a:extLst>
              <a:ext uri="{FF2B5EF4-FFF2-40B4-BE49-F238E27FC236}">
                <a16:creationId xmlns:a16="http://schemas.microsoft.com/office/drawing/2014/main" id="{17487484-7D13-2B5B-A7F7-1FE99BA395CD}"/>
              </a:ext>
            </a:extLst>
          </p:cNvPr>
          <p:cNvCxnSpPr>
            <a:stCxn id="199" idx="1"/>
          </p:cNvCxnSpPr>
          <p:nvPr/>
        </p:nvCxnSpPr>
        <p:spPr>
          <a:xfrm rot="10800000">
            <a:off x="2888182" y="5815115"/>
            <a:ext cx="575505" cy="1656801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ector: Angulado 224">
            <a:extLst>
              <a:ext uri="{FF2B5EF4-FFF2-40B4-BE49-F238E27FC236}">
                <a16:creationId xmlns:a16="http://schemas.microsoft.com/office/drawing/2014/main" id="{39E64612-54D2-3D0B-311A-46844398C462}"/>
              </a:ext>
            </a:extLst>
          </p:cNvPr>
          <p:cNvCxnSpPr>
            <a:cxnSpLocks/>
          </p:cNvCxnSpPr>
          <p:nvPr/>
        </p:nvCxnSpPr>
        <p:spPr>
          <a:xfrm rot="10800000">
            <a:off x="1837251" y="6371373"/>
            <a:ext cx="1633571" cy="1449324"/>
          </a:xfrm>
          <a:prstGeom prst="bentConnector3">
            <a:avLst>
              <a:gd name="adj1" fmla="val 63527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ector: Angulado 225">
            <a:extLst>
              <a:ext uri="{FF2B5EF4-FFF2-40B4-BE49-F238E27FC236}">
                <a16:creationId xmlns:a16="http://schemas.microsoft.com/office/drawing/2014/main" id="{4BEC4F41-C1B6-2E20-C144-E97071502BBE}"/>
              </a:ext>
            </a:extLst>
          </p:cNvPr>
          <p:cNvCxnSpPr>
            <a:stCxn id="201" idx="1"/>
            <a:endCxn id="188" idx="3"/>
          </p:cNvCxnSpPr>
          <p:nvPr/>
        </p:nvCxnSpPr>
        <p:spPr>
          <a:xfrm rot="10800000">
            <a:off x="1844893" y="6576809"/>
            <a:ext cx="1637499" cy="1579013"/>
          </a:xfrm>
          <a:prstGeom prst="bentConnector3">
            <a:avLst>
              <a:gd name="adj1" fmla="val 75594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ector: Angulado 226">
            <a:extLst>
              <a:ext uri="{FF2B5EF4-FFF2-40B4-BE49-F238E27FC236}">
                <a16:creationId xmlns:a16="http://schemas.microsoft.com/office/drawing/2014/main" id="{67685439-F5B4-3132-A5F6-E5C60EDC33E5}"/>
              </a:ext>
            </a:extLst>
          </p:cNvPr>
          <p:cNvCxnSpPr>
            <a:cxnSpLocks/>
            <a:stCxn id="191" idx="3"/>
          </p:cNvCxnSpPr>
          <p:nvPr/>
        </p:nvCxnSpPr>
        <p:spPr>
          <a:xfrm flipH="1" flipV="1">
            <a:off x="2640356" y="6492974"/>
            <a:ext cx="2090730" cy="884740"/>
          </a:xfrm>
          <a:prstGeom prst="bentConnector3">
            <a:avLst>
              <a:gd name="adj1" fmla="val -10934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ector: Angulado 227">
            <a:extLst>
              <a:ext uri="{FF2B5EF4-FFF2-40B4-BE49-F238E27FC236}">
                <a16:creationId xmlns:a16="http://schemas.microsoft.com/office/drawing/2014/main" id="{E0F79C44-2D23-8AD2-E5D9-E621169E6AC7}"/>
              </a:ext>
            </a:extLst>
          </p:cNvPr>
          <p:cNvCxnSpPr>
            <a:cxnSpLocks/>
            <a:stCxn id="194" idx="3"/>
          </p:cNvCxnSpPr>
          <p:nvPr/>
        </p:nvCxnSpPr>
        <p:spPr>
          <a:xfrm flipH="1" flipV="1">
            <a:off x="2883358" y="6203508"/>
            <a:ext cx="1836157" cy="1466729"/>
          </a:xfrm>
          <a:prstGeom prst="bentConnector3">
            <a:avLst>
              <a:gd name="adj1" fmla="val -2739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ector: Angulado 228">
            <a:extLst>
              <a:ext uri="{FF2B5EF4-FFF2-40B4-BE49-F238E27FC236}">
                <a16:creationId xmlns:a16="http://schemas.microsoft.com/office/drawing/2014/main" id="{82F58958-24C7-0605-14FF-0B684D509835}"/>
              </a:ext>
            </a:extLst>
          </p:cNvPr>
          <p:cNvCxnSpPr>
            <a:cxnSpLocks/>
            <a:endCxn id="143" idx="1"/>
          </p:cNvCxnSpPr>
          <p:nvPr/>
        </p:nvCxnSpPr>
        <p:spPr>
          <a:xfrm flipV="1">
            <a:off x="4697848" y="2259154"/>
            <a:ext cx="4446762" cy="3132598"/>
          </a:xfrm>
          <a:prstGeom prst="bentConnector3">
            <a:avLst>
              <a:gd name="adj1" fmla="val 57283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ector: Angulado 229">
            <a:extLst>
              <a:ext uri="{FF2B5EF4-FFF2-40B4-BE49-F238E27FC236}">
                <a16:creationId xmlns:a16="http://schemas.microsoft.com/office/drawing/2014/main" id="{1B5CD822-580C-D84F-BFF6-9E0003182525}"/>
              </a:ext>
            </a:extLst>
          </p:cNvPr>
          <p:cNvCxnSpPr>
            <a:cxnSpLocks/>
          </p:cNvCxnSpPr>
          <p:nvPr/>
        </p:nvCxnSpPr>
        <p:spPr>
          <a:xfrm flipV="1">
            <a:off x="4710161" y="2445758"/>
            <a:ext cx="4434449" cy="3147109"/>
          </a:xfrm>
          <a:prstGeom prst="bentConnector3">
            <a:avLst>
              <a:gd name="adj1" fmla="val 62029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CaixaDeTexto 231">
            <a:extLst>
              <a:ext uri="{FF2B5EF4-FFF2-40B4-BE49-F238E27FC236}">
                <a16:creationId xmlns:a16="http://schemas.microsoft.com/office/drawing/2014/main" id="{5BBFADBC-802E-4BFE-5F1A-229C4AB24DA7}"/>
              </a:ext>
            </a:extLst>
          </p:cNvPr>
          <p:cNvSpPr txBox="1"/>
          <p:nvPr/>
        </p:nvSpPr>
        <p:spPr>
          <a:xfrm>
            <a:off x="4752052" y="5159642"/>
            <a:ext cx="1374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D0_TB – A1 (0,5 mm)</a:t>
            </a:r>
            <a:endParaRPr lang="pt-BR" sz="1200" dirty="0"/>
          </a:p>
        </p:txBody>
      </p:sp>
      <p:sp>
        <p:nvSpPr>
          <p:cNvPr id="233" name="CaixaDeTexto 232">
            <a:extLst>
              <a:ext uri="{FF2B5EF4-FFF2-40B4-BE49-F238E27FC236}">
                <a16:creationId xmlns:a16="http://schemas.microsoft.com/office/drawing/2014/main" id="{40FE75B4-EEF0-2292-02A6-59AC7973601B}"/>
              </a:ext>
            </a:extLst>
          </p:cNvPr>
          <p:cNvSpPr txBox="1"/>
          <p:nvPr/>
        </p:nvSpPr>
        <p:spPr>
          <a:xfrm>
            <a:off x="4752052" y="5378956"/>
            <a:ext cx="13468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D0_J2 – 2 (0,5 mm)</a:t>
            </a:r>
            <a:endParaRPr lang="pt-BR" sz="1200" dirty="0"/>
          </a:p>
        </p:txBody>
      </p:sp>
      <p:sp>
        <p:nvSpPr>
          <p:cNvPr id="234" name="CaixaDeTexto 233">
            <a:extLst>
              <a:ext uri="{FF2B5EF4-FFF2-40B4-BE49-F238E27FC236}">
                <a16:creationId xmlns:a16="http://schemas.microsoft.com/office/drawing/2014/main" id="{FC06823F-89B6-4795-1F48-7C95B00154B7}"/>
              </a:ext>
            </a:extLst>
          </p:cNvPr>
          <p:cNvSpPr txBox="1"/>
          <p:nvPr/>
        </p:nvSpPr>
        <p:spPr>
          <a:xfrm>
            <a:off x="4665918" y="7986549"/>
            <a:ext cx="18999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SIG_IRF520_B – 10 (0,5 mm)</a:t>
            </a:r>
            <a:endParaRPr lang="pt-BR" sz="1200" dirty="0"/>
          </a:p>
        </p:txBody>
      </p:sp>
      <p:grpSp>
        <p:nvGrpSpPr>
          <p:cNvPr id="323" name="Agrupar 322">
            <a:extLst>
              <a:ext uri="{FF2B5EF4-FFF2-40B4-BE49-F238E27FC236}">
                <a16:creationId xmlns:a16="http://schemas.microsoft.com/office/drawing/2014/main" id="{208AA024-657C-9F3F-A755-5A46675F545D}"/>
              </a:ext>
            </a:extLst>
          </p:cNvPr>
          <p:cNvGrpSpPr/>
          <p:nvPr/>
        </p:nvGrpSpPr>
        <p:grpSpPr>
          <a:xfrm>
            <a:off x="4731086" y="2592543"/>
            <a:ext cx="4413524" cy="5399210"/>
            <a:chOff x="4731086" y="2592543"/>
            <a:chExt cx="4413524" cy="5399210"/>
          </a:xfrm>
        </p:grpSpPr>
        <p:cxnSp>
          <p:nvCxnSpPr>
            <p:cNvPr id="316" name="Conector: Angulado 315">
              <a:extLst>
                <a:ext uri="{FF2B5EF4-FFF2-40B4-BE49-F238E27FC236}">
                  <a16:creationId xmlns:a16="http://schemas.microsoft.com/office/drawing/2014/main" id="{8AB8D38C-0601-5290-DE2B-7034F58770C1}"/>
                </a:ext>
              </a:extLst>
            </p:cNvPr>
            <p:cNvCxnSpPr>
              <a:cxnSpLocks/>
              <a:stCxn id="192" idx="3"/>
            </p:cNvCxnSpPr>
            <p:nvPr/>
          </p:nvCxnSpPr>
          <p:spPr>
            <a:xfrm flipV="1">
              <a:off x="4731086" y="2592543"/>
              <a:ext cx="3015914" cy="5399210"/>
            </a:xfrm>
            <a:prstGeom prst="bentConnector2">
              <a:avLst/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ector reto 317">
              <a:extLst>
                <a:ext uri="{FF2B5EF4-FFF2-40B4-BE49-F238E27FC236}">
                  <a16:creationId xmlns:a16="http://schemas.microsoft.com/office/drawing/2014/main" id="{12AF13E8-4A43-9194-A325-31567957D5E7}"/>
                </a:ext>
              </a:extLst>
            </p:cNvPr>
            <p:cNvCxnSpPr>
              <a:cxnSpLocks/>
            </p:cNvCxnSpPr>
            <p:nvPr/>
          </p:nvCxnSpPr>
          <p:spPr>
            <a:xfrm>
              <a:off x="7724775" y="2592543"/>
              <a:ext cx="1419835" cy="0"/>
            </a:xfrm>
            <a:prstGeom prst="line">
              <a:avLst/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9" name="Conector: Angulado 328">
            <a:extLst>
              <a:ext uri="{FF2B5EF4-FFF2-40B4-BE49-F238E27FC236}">
                <a16:creationId xmlns:a16="http://schemas.microsoft.com/office/drawing/2014/main" id="{6A51B8BE-934A-62A6-A740-963AB5FE3A2F}"/>
              </a:ext>
            </a:extLst>
          </p:cNvPr>
          <p:cNvCxnSpPr>
            <a:cxnSpLocks/>
            <a:stCxn id="338" idx="3"/>
          </p:cNvCxnSpPr>
          <p:nvPr/>
        </p:nvCxnSpPr>
        <p:spPr>
          <a:xfrm flipV="1">
            <a:off x="1880616" y="8882243"/>
            <a:ext cx="1601776" cy="960388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ector: Angulado 329">
            <a:extLst>
              <a:ext uri="{FF2B5EF4-FFF2-40B4-BE49-F238E27FC236}">
                <a16:creationId xmlns:a16="http://schemas.microsoft.com/office/drawing/2014/main" id="{605C61AC-23AB-61A0-FCC1-CA5125922BA1}"/>
              </a:ext>
            </a:extLst>
          </p:cNvPr>
          <p:cNvCxnSpPr>
            <a:cxnSpLocks/>
          </p:cNvCxnSpPr>
          <p:nvPr/>
        </p:nvCxnSpPr>
        <p:spPr>
          <a:xfrm flipV="1">
            <a:off x="1878398" y="9068031"/>
            <a:ext cx="1624218" cy="930070"/>
          </a:xfrm>
          <a:prstGeom prst="bentConnector3">
            <a:avLst>
              <a:gd name="adj1" fmla="val 64661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: Angulado 330">
            <a:extLst>
              <a:ext uri="{FF2B5EF4-FFF2-40B4-BE49-F238E27FC236}">
                <a16:creationId xmlns:a16="http://schemas.microsoft.com/office/drawing/2014/main" id="{96C438B9-3EA8-C30F-87AF-FB7075267D52}"/>
              </a:ext>
            </a:extLst>
          </p:cNvPr>
          <p:cNvCxnSpPr>
            <a:cxnSpLocks/>
          </p:cNvCxnSpPr>
          <p:nvPr/>
        </p:nvCxnSpPr>
        <p:spPr>
          <a:xfrm>
            <a:off x="1882834" y="9251342"/>
            <a:ext cx="1599558" cy="281724"/>
          </a:xfrm>
          <a:prstGeom prst="bentConnector3">
            <a:avLst>
              <a:gd name="adj1" fmla="val 80667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ector: Angulado 331">
            <a:extLst>
              <a:ext uri="{FF2B5EF4-FFF2-40B4-BE49-F238E27FC236}">
                <a16:creationId xmlns:a16="http://schemas.microsoft.com/office/drawing/2014/main" id="{EFD9E969-1B2B-76C6-BE51-A7C5B0528E0F}"/>
              </a:ext>
            </a:extLst>
          </p:cNvPr>
          <p:cNvCxnSpPr>
            <a:cxnSpLocks/>
          </p:cNvCxnSpPr>
          <p:nvPr/>
        </p:nvCxnSpPr>
        <p:spPr>
          <a:xfrm flipV="1">
            <a:off x="1878398" y="9927675"/>
            <a:ext cx="1615565" cy="254903"/>
          </a:xfrm>
          <a:prstGeom prst="bentConnector3">
            <a:avLst>
              <a:gd name="adj1" fmla="val 80511"/>
            </a:avLst>
          </a:prstGeom>
          <a:ln w="38100">
            <a:solidFill>
              <a:srgbClr val="663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ector: Angulado 332">
            <a:extLst>
              <a:ext uri="{FF2B5EF4-FFF2-40B4-BE49-F238E27FC236}">
                <a16:creationId xmlns:a16="http://schemas.microsoft.com/office/drawing/2014/main" id="{91D6E56B-6B73-C6C3-677E-C491851DC7EF}"/>
              </a:ext>
            </a:extLst>
          </p:cNvPr>
          <p:cNvCxnSpPr>
            <a:stCxn id="349" idx="1"/>
          </p:cNvCxnSpPr>
          <p:nvPr/>
        </p:nvCxnSpPr>
        <p:spPr>
          <a:xfrm rot="10800000">
            <a:off x="2681505" y="9842632"/>
            <a:ext cx="830465" cy="1433555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4" name="Agrupar 333">
            <a:extLst>
              <a:ext uri="{FF2B5EF4-FFF2-40B4-BE49-F238E27FC236}">
                <a16:creationId xmlns:a16="http://schemas.microsoft.com/office/drawing/2014/main" id="{BAE2C43E-EC15-8EB5-71FA-64FA4CC442B3}"/>
              </a:ext>
            </a:extLst>
          </p:cNvPr>
          <p:cNvGrpSpPr/>
          <p:nvPr/>
        </p:nvGrpSpPr>
        <p:grpSpPr>
          <a:xfrm>
            <a:off x="333062" y="8401403"/>
            <a:ext cx="1573817" cy="2606040"/>
            <a:chOff x="484632" y="0"/>
            <a:chExt cx="1573817" cy="2606040"/>
          </a:xfrm>
        </p:grpSpPr>
        <p:sp>
          <p:nvSpPr>
            <p:cNvPr id="335" name="Retângulo 334">
              <a:extLst>
                <a:ext uri="{FF2B5EF4-FFF2-40B4-BE49-F238E27FC236}">
                  <a16:creationId xmlns:a16="http://schemas.microsoft.com/office/drawing/2014/main" id="{D19D58F4-0B3C-D4FE-CAA5-FDC5498B3EF0}"/>
                </a:ext>
              </a:extLst>
            </p:cNvPr>
            <p:cNvSpPr/>
            <p:nvPr/>
          </p:nvSpPr>
          <p:spPr>
            <a:xfrm>
              <a:off x="484632" y="347472"/>
              <a:ext cx="1545336" cy="2258568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6" name="CaixaDeTexto 335">
              <a:extLst>
                <a:ext uri="{FF2B5EF4-FFF2-40B4-BE49-F238E27FC236}">
                  <a16:creationId xmlns:a16="http://schemas.microsoft.com/office/drawing/2014/main" id="{4FCEFE68-C189-EEB8-693A-77C9A8F40E8C}"/>
                </a:ext>
              </a:extLst>
            </p:cNvPr>
            <p:cNvSpPr txBox="1"/>
            <p:nvPr/>
          </p:nvSpPr>
          <p:spPr>
            <a:xfrm>
              <a:off x="732028" y="0"/>
              <a:ext cx="10745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Esteira C</a:t>
              </a:r>
            </a:p>
          </p:txBody>
        </p:sp>
        <p:sp>
          <p:nvSpPr>
            <p:cNvPr id="337" name="CaixaDeTexto 336">
              <a:extLst>
                <a:ext uri="{FF2B5EF4-FFF2-40B4-BE49-F238E27FC236}">
                  <a16:creationId xmlns:a16="http://schemas.microsoft.com/office/drawing/2014/main" id="{D8CAC561-CF2E-31FF-AE67-FC8E94DDB635}"/>
                </a:ext>
              </a:extLst>
            </p:cNvPr>
            <p:cNvSpPr txBox="1"/>
            <p:nvPr/>
          </p:nvSpPr>
          <p:spPr>
            <a:xfrm>
              <a:off x="1609019" y="369332"/>
              <a:ext cx="449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TC</a:t>
              </a:r>
            </a:p>
          </p:txBody>
        </p:sp>
        <p:sp>
          <p:nvSpPr>
            <p:cNvPr id="338" name="CaixaDeTexto 337">
              <a:extLst>
                <a:ext uri="{FF2B5EF4-FFF2-40B4-BE49-F238E27FC236}">
                  <a16:creationId xmlns:a16="http://schemas.microsoft.com/office/drawing/2014/main" id="{FBB32CB0-39D0-C635-5F65-A1EA9C1BFA9C}"/>
                </a:ext>
              </a:extLst>
            </p:cNvPr>
            <p:cNvSpPr txBox="1"/>
            <p:nvPr/>
          </p:nvSpPr>
          <p:spPr>
            <a:xfrm>
              <a:off x="1647144" y="1256562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J3</a:t>
              </a:r>
            </a:p>
          </p:txBody>
        </p:sp>
        <p:sp>
          <p:nvSpPr>
            <p:cNvPr id="339" name="CaixaDeTexto 338">
              <a:extLst>
                <a:ext uri="{FF2B5EF4-FFF2-40B4-BE49-F238E27FC236}">
                  <a16:creationId xmlns:a16="http://schemas.microsoft.com/office/drawing/2014/main" id="{5103C5FA-55A4-08AD-FF93-24951ECFDB6B}"/>
                </a:ext>
              </a:extLst>
            </p:cNvPr>
            <p:cNvSpPr txBox="1"/>
            <p:nvPr/>
          </p:nvSpPr>
          <p:spPr>
            <a:xfrm>
              <a:off x="1530740" y="2143792"/>
              <a:ext cx="52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MC</a:t>
              </a:r>
            </a:p>
          </p:txBody>
        </p:sp>
      </p:grpSp>
      <p:grpSp>
        <p:nvGrpSpPr>
          <p:cNvPr id="340" name="Agrupar 339">
            <a:extLst>
              <a:ext uri="{FF2B5EF4-FFF2-40B4-BE49-F238E27FC236}">
                <a16:creationId xmlns:a16="http://schemas.microsoft.com/office/drawing/2014/main" id="{CE633227-7542-BA73-6A8B-3D27363E999B}"/>
              </a:ext>
            </a:extLst>
          </p:cNvPr>
          <p:cNvGrpSpPr/>
          <p:nvPr/>
        </p:nvGrpSpPr>
        <p:grpSpPr>
          <a:xfrm>
            <a:off x="3504834" y="10729861"/>
            <a:ext cx="1274760" cy="1763679"/>
            <a:chOff x="3656404" y="2328458"/>
            <a:chExt cx="1274760" cy="1763679"/>
          </a:xfrm>
        </p:grpSpPr>
        <p:grpSp>
          <p:nvGrpSpPr>
            <p:cNvPr id="341" name="Agrupar 340">
              <a:extLst>
                <a:ext uri="{FF2B5EF4-FFF2-40B4-BE49-F238E27FC236}">
                  <a16:creationId xmlns:a16="http://schemas.microsoft.com/office/drawing/2014/main" id="{949A6689-4267-191E-D33D-E532C83BE866}"/>
                </a:ext>
              </a:extLst>
            </p:cNvPr>
            <p:cNvGrpSpPr/>
            <p:nvPr/>
          </p:nvGrpSpPr>
          <p:grpSpPr>
            <a:xfrm>
              <a:off x="3656404" y="2328458"/>
              <a:ext cx="1274760" cy="1763679"/>
              <a:chOff x="3644833" y="1713665"/>
              <a:chExt cx="1274760" cy="1763679"/>
            </a:xfrm>
          </p:grpSpPr>
          <p:grpSp>
            <p:nvGrpSpPr>
              <p:cNvPr id="344" name="Agrupar 343">
                <a:extLst>
                  <a:ext uri="{FF2B5EF4-FFF2-40B4-BE49-F238E27FC236}">
                    <a16:creationId xmlns:a16="http://schemas.microsoft.com/office/drawing/2014/main" id="{79206CE2-A12A-A2E5-8BCB-3C9684B7C59B}"/>
                  </a:ext>
                </a:extLst>
              </p:cNvPr>
              <p:cNvGrpSpPr/>
              <p:nvPr/>
            </p:nvGrpSpPr>
            <p:grpSpPr>
              <a:xfrm>
                <a:off x="3644833" y="1713665"/>
                <a:ext cx="1274760" cy="1763679"/>
                <a:chOff x="3644833" y="1713665"/>
                <a:chExt cx="1274760" cy="1763679"/>
              </a:xfrm>
            </p:grpSpPr>
            <p:sp>
              <p:nvSpPr>
                <p:cNvPr id="346" name="CaixaDeTexto 345">
                  <a:extLst>
                    <a:ext uri="{FF2B5EF4-FFF2-40B4-BE49-F238E27FC236}">
                      <a16:creationId xmlns:a16="http://schemas.microsoft.com/office/drawing/2014/main" id="{A53DE2CE-C2C8-BA31-2FBC-C782FA0CB1BA}"/>
                    </a:ext>
                  </a:extLst>
                </p:cNvPr>
                <p:cNvSpPr txBox="1"/>
                <p:nvPr/>
              </p:nvSpPr>
              <p:spPr>
                <a:xfrm>
                  <a:off x="3704304" y="1713665"/>
                  <a:ext cx="12152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IRF520_C</a:t>
                  </a:r>
                </a:p>
              </p:txBody>
            </p:sp>
            <p:grpSp>
              <p:nvGrpSpPr>
                <p:cNvPr id="347" name="Agrupar 346">
                  <a:extLst>
                    <a:ext uri="{FF2B5EF4-FFF2-40B4-BE49-F238E27FC236}">
                      <a16:creationId xmlns:a16="http://schemas.microsoft.com/office/drawing/2014/main" id="{289B1E43-A7DD-5D5E-7985-D39134495645}"/>
                    </a:ext>
                  </a:extLst>
                </p:cNvPr>
                <p:cNvGrpSpPr/>
                <p:nvPr/>
              </p:nvGrpSpPr>
              <p:grpSpPr>
                <a:xfrm>
                  <a:off x="3644833" y="2057821"/>
                  <a:ext cx="1267400" cy="1419523"/>
                  <a:chOff x="3685600" y="2043683"/>
                  <a:chExt cx="1267400" cy="1419523"/>
                </a:xfrm>
              </p:grpSpPr>
              <p:sp>
                <p:nvSpPr>
                  <p:cNvPr id="348" name="Retângulo 347">
                    <a:extLst>
                      <a:ext uri="{FF2B5EF4-FFF2-40B4-BE49-F238E27FC236}">
                        <a16:creationId xmlns:a16="http://schemas.microsoft.com/office/drawing/2014/main" id="{81A0C73F-E552-8916-D36B-CF6D94F5CE89}"/>
                      </a:ext>
                    </a:extLst>
                  </p:cNvPr>
                  <p:cNvSpPr/>
                  <p:nvPr/>
                </p:nvSpPr>
                <p:spPr>
                  <a:xfrm>
                    <a:off x="3697171" y="2043683"/>
                    <a:ext cx="1255829" cy="1419523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sp>
                <p:nvSpPr>
                  <p:cNvPr id="349" name="CaixaDeTexto 348">
                    <a:extLst>
                      <a:ext uri="{FF2B5EF4-FFF2-40B4-BE49-F238E27FC236}">
                        <a16:creationId xmlns:a16="http://schemas.microsoft.com/office/drawing/2014/main" id="{F11D7950-3769-D759-45B1-4F28C6E37A0F}"/>
                      </a:ext>
                    </a:extLst>
                  </p:cNvPr>
                  <p:cNvSpPr txBox="1"/>
                  <p:nvPr/>
                </p:nvSpPr>
                <p:spPr>
                  <a:xfrm>
                    <a:off x="3692735" y="2061186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VIN</a:t>
                    </a:r>
                  </a:p>
                </p:txBody>
              </p:sp>
              <p:sp>
                <p:nvSpPr>
                  <p:cNvPr id="350" name="CaixaDeTexto 349">
                    <a:extLst>
                      <a:ext uri="{FF2B5EF4-FFF2-40B4-BE49-F238E27FC236}">
                        <a16:creationId xmlns:a16="http://schemas.microsoft.com/office/drawing/2014/main" id="{E704F3DD-7610-B009-EBFD-0AC1102C45A3}"/>
                      </a:ext>
                    </a:extLst>
                  </p:cNvPr>
                  <p:cNvSpPr txBox="1"/>
                  <p:nvPr/>
                </p:nvSpPr>
                <p:spPr>
                  <a:xfrm>
                    <a:off x="3685600" y="2409968"/>
                    <a:ext cx="6703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GND</a:t>
                    </a:r>
                  </a:p>
                </p:txBody>
              </p:sp>
              <p:sp>
                <p:nvSpPr>
                  <p:cNvPr id="351" name="CaixaDeTexto 350">
                    <a:extLst>
                      <a:ext uri="{FF2B5EF4-FFF2-40B4-BE49-F238E27FC236}">
                        <a16:creationId xmlns:a16="http://schemas.microsoft.com/office/drawing/2014/main" id="{6AFC4F79-CD58-0A7B-FF79-CC503C3C3D86}"/>
                      </a:ext>
                    </a:extLst>
                  </p:cNvPr>
                  <p:cNvSpPr txBox="1"/>
                  <p:nvPr/>
                </p:nvSpPr>
                <p:spPr>
                  <a:xfrm>
                    <a:off x="3704305" y="2758750"/>
                    <a:ext cx="4427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V+</a:t>
                    </a:r>
                  </a:p>
                </p:txBody>
              </p:sp>
              <p:sp>
                <p:nvSpPr>
                  <p:cNvPr id="352" name="CaixaDeTexto 351">
                    <a:extLst>
                      <a:ext uri="{FF2B5EF4-FFF2-40B4-BE49-F238E27FC236}">
                        <a16:creationId xmlns:a16="http://schemas.microsoft.com/office/drawing/2014/main" id="{E9B2BB4B-D292-D58A-3B20-84919C7E5C3C}"/>
                      </a:ext>
                    </a:extLst>
                  </p:cNvPr>
                  <p:cNvSpPr txBox="1"/>
                  <p:nvPr/>
                </p:nvSpPr>
                <p:spPr>
                  <a:xfrm>
                    <a:off x="3704305" y="3093874"/>
                    <a:ext cx="38638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BR" dirty="0"/>
                      <a:t>V-</a:t>
                    </a:r>
                  </a:p>
                </p:txBody>
              </p:sp>
            </p:grpSp>
          </p:grpSp>
          <p:sp>
            <p:nvSpPr>
              <p:cNvPr id="345" name="CaixaDeTexto 344">
                <a:extLst>
                  <a:ext uri="{FF2B5EF4-FFF2-40B4-BE49-F238E27FC236}">
                    <a16:creationId xmlns:a16="http://schemas.microsoft.com/office/drawing/2014/main" id="{DE09C8DF-B2FA-B7A9-0E6B-AFEA226ED581}"/>
                  </a:ext>
                </a:extLst>
              </p:cNvPr>
              <p:cNvSpPr txBox="1"/>
              <p:nvPr/>
            </p:nvSpPr>
            <p:spPr>
              <a:xfrm>
                <a:off x="4230286" y="2622428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GND</a:t>
                </a:r>
              </a:p>
            </p:txBody>
          </p:sp>
        </p:grpSp>
        <p:sp>
          <p:nvSpPr>
            <p:cNvPr id="342" name="CaixaDeTexto 341">
              <a:extLst>
                <a:ext uri="{FF2B5EF4-FFF2-40B4-BE49-F238E27FC236}">
                  <a16:creationId xmlns:a16="http://schemas.microsoft.com/office/drawing/2014/main" id="{5D35FE2D-B6CE-AA5E-FCB2-FB1A324487D0}"/>
                </a:ext>
              </a:extLst>
            </p:cNvPr>
            <p:cNvSpPr txBox="1"/>
            <p:nvPr/>
          </p:nvSpPr>
          <p:spPr>
            <a:xfrm>
              <a:off x="4253428" y="2944698"/>
              <a:ext cx="670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VCC</a:t>
              </a:r>
            </a:p>
          </p:txBody>
        </p:sp>
        <p:sp>
          <p:nvSpPr>
            <p:cNvPr id="343" name="CaixaDeTexto 342">
              <a:extLst>
                <a:ext uri="{FF2B5EF4-FFF2-40B4-BE49-F238E27FC236}">
                  <a16:creationId xmlns:a16="http://schemas.microsoft.com/office/drawing/2014/main" id="{337BF76E-3980-012D-FED4-EFF1FE6E0AD1}"/>
                </a:ext>
              </a:extLst>
            </p:cNvPr>
            <p:cNvSpPr txBox="1"/>
            <p:nvPr/>
          </p:nvSpPr>
          <p:spPr>
            <a:xfrm>
              <a:off x="4386477" y="3558737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SIG</a:t>
              </a:r>
            </a:p>
          </p:txBody>
        </p:sp>
      </p:grpSp>
      <p:cxnSp>
        <p:nvCxnSpPr>
          <p:cNvPr id="353" name="Conector reto 352">
            <a:extLst>
              <a:ext uri="{FF2B5EF4-FFF2-40B4-BE49-F238E27FC236}">
                <a16:creationId xmlns:a16="http://schemas.microsoft.com/office/drawing/2014/main" id="{A8376E03-02B1-39D0-5000-93E41B33286E}"/>
              </a:ext>
            </a:extLst>
          </p:cNvPr>
          <p:cNvCxnSpPr>
            <a:cxnSpLocks/>
          </p:cNvCxnSpPr>
          <p:nvPr/>
        </p:nvCxnSpPr>
        <p:spPr>
          <a:xfrm flipH="1">
            <a:off x="4760663" y="8768562"/>
            <a:ext cx="161264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4" name="Agrupar 353">
            <a:extLst>
              <a:ext uri="{FF2B5EF4-FFF2-40B4-BE49-F238E27FC236}">
                <a16:creationId xmlns:a16="http://schemas.microsoft.com/office/drawing/2014/main" id="{F2393A02-6050-4F72-A2FE-F46EE4BEDC70}"/>
              </a:ext>
            </a:extLst>
          </p:cNvPr>
          <p:cNvGrpSpPr/>
          <p:nvPr/>
        </p:nvGrpSpPr>
        <p:grpSpPr>
          <a:xfrm>
            <a:off x="6207606" y="8379543"/>
            <a:ext cx="1057405" cy="1002936"/>
            <a:chOff x="6359176" y="-21860"/>
            <a:chExt cx="1057405" cy="1002936"/>
          </a:xfrm>
        </p:grpSpPr>
        <p:sp>
          <p:nvSpPr>
            <p:cNvPr id="355" name="Retângulo 354">
              <a:extLst>
                <a:ext uri="{FF2B5EF4-FFF2-40B4-BE49-F238E27FC236}">
                  <a16:creationId xmlns:a16="http://schemas.microsoft.com/office/drawing/2014/main" id="{EBFFFA41-6F24-2E4E-E6C1-9434A753035C}"/>
                </a:ext>
              </a:extLst>
            </p:cNvPr>
            <p:cNvSpPr/>
            <p:nvPr/>
          </p:nvSpPr>
          <p:spPr>
            <a:xfrm>
              <a:off x="6536451" y="290928"/>
              <a:ext cx="702857" cy="69014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6" name="CaixaDeTexto 355">
              <a:extLst>
                <a:ext uri="{FF2B5EF4-FFF2-40B4-BE49-F238E27FC236}">
                  <a16:creationId xmlns:a16="http://schemas.microsoft.com/office/drawing/2014/main" id="{F558BD18-CCF3-AAAD-DAC2-EDCF5C74C6DB}"/>
                </a:ext>
              </a:extLst>
            </p:cNvPr>
            <p:cNvSpPr txBox="1"/>
            <p:nvPr/>
          </p:nvSpPr>
          <p:spPr>
            <a:xfrm>
              <a:off x="6359176" y="-21860"/>
              <a:ext cx="10574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Fonte 5V</a:t>
              </a:r>
            </a:p>
          </p:txBody>
        </p:sp>
      </p:grpSp>
      <p:cxnSp>
        <p:nvCxnSpPr>
          <p:cNvPr id="357" name="Conector reto 356">
            <a:extLst>
              <a:ext uri="{FF2B5EF4-FFF2-40B4-BE49-F238E27FC236}">
                <a16:creationId xmlns:a16="http://schemas.microsoft.com/office/drawing/2014/main" id="{ABE4A78F-099F-DA42-4241-E2C3CEE1BD2E}"/>
              </a:ext>
            </a:extLst>
          </p:cNvPr>
          <p:cNvCxnSpPr>
            <a:cxnSpLocks/>
          </p:cNvCxnSpPr>
          <p:nvPr/>
        </p:nvCxnSpPr>
        <p:spPr>
          <a:xfrm flipH="1">
            <a:off x="4760663" y="8951085"/>
            <a:ext cx="16126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CaixaDeTexto 357">
            <a:extLst>
              <a:ext uri="{FF2B5EF4-FFF2-40B4-BE49-F238E27FC236}">
                <a16:creationId xmlns:a16="http://schemas.microsoft.com/office/drawing/2014/main" id="{275C875D-E918-B76C-5BB8-3356B7B2597E}"/>
              </a:ext>
            </a:extLst>
          </p:cNvPr>
          <p:cNvSpPr txBox="1"/>
          <p:nvPr/>
        </p:nvSpPr>
        <p:spPr>
          <a:xfrm>
            <a:off x="5203333" y="8561526"/>
            <a:ext cx="9156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5V (0,5 mm)</a:t>
            </a:r>
            <a:endParaRPr lang="pt-BR" sz="1200" dirty="0"/>
          </a:p>
        </p:txBody>
      </p:sp>
      <p:sp>
        <p:nvSpPr>
          <p:cNvPr id="359" name="CaixaDeTexto 358">
            <a:extLst>
              <a:ext uri="{FF2B5EF4-FFF2-40B4-BE49-F238E27FC236}">
                <a16:creationId xmlns:a16="http://schemas.microsoft.com/office/drawing/2014/main" id="{C27DA76A-395B-4E12-21CE-36908C6D6407}"/>
              </a:ext>
            </a:extLst>
          </p:cNvPr>
          <p:cNvSpPr txBox="1"/>
          <p:nvPr/>
        </p:nvSpPr>
        <p:spPr>
          <a:xfrm>
            <a:off x="5071379" y="8748875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cxnSp>
        <p:nvCxnSpPr>
          <p:cNvPr id="360" name="Conector reto 359">
            <a:extLst>
              <a:ext uri="{FF2B5EF4-FFF2-40B4-BE49-F238E27FC236}">
                <a16:creationId xmlns:a16="http://schemas.microsoft.com/office/drawing/2014/main" id="{C9DD9563-C07B-00E0-8EB2-9C7E80B37A22}"/>
              </a:ext>
            </a:extLst>
          </p:cNvPr>
          <p:cNvCxnSpPr>
            <a:cxnSpLocks/>
          </p:cNvCxnSpPr>
          <p:nvPr/>
        </p:nvCxnSpPr>
        <p:spPr>
          <a:xfrm flipH="1" flipV="1">
            <a:off x="1880616" y="8873382"/>
            <a:ext cx="1624218" cy="8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ector reto 360">
            <a:extLst>
              <a:ext uri="{FF2B5EF4-FFF2-40B4-BE49-F238E27FC236}">
                <a16:creationId xmlns:a16="http://schemas.microsoft.com/office/drawing/2014/main" id="{F1014F1B-F947-17D6-6C6E-7B69C4B22DA8}"/>
              </a:ext>
            </a:extLst>
          </p:cNvPr>
          <p:cNvCxnSpPr>
            <a:cxnSpLocks/>
          </p:cNvCxnSpPr>
          <p:nvPr/>
        </p:nvCxnSpPr>
        <p:spPr>
          <a:xfrm flipH="1">
            <a:off x="1878398" y="9066909"/>
            <a:ext cx="163357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2" name="Agrupar 361">
            <a:extLst>
              <a:ext uri="{FF2B5EF4-FFF2-40B4-BE49-F238E27FC236}">
                <a16:creationId xmlns:a16="http://schemas.microsoft.com/office/drawing/2014/main" id="{469DE5B8-46EF-E2E0-2EFC-257BBDF55B77}"/>
              </a:ext>
            </a:extLst>
          </p:cNvPr>
          <p:cNvGrpSpPr/>
          <p:nvPr/>
        </p:nvGrpSpPr>
        <p:grpSpPr>
          <a:xfrm>
            <a:off x="3462422" y="8379543"/>
            <a:ext cx="1322285" cy="1732311"/>
            <a:chOff x="3613992" y="-21860"/>
            <a:chExt cx="1322285" cy="1732311"/>
          </a:xfrm>
        </p:grpSpPr>
        <p:sp>
          <p:nvSpPr>
            <p:cNvPr id="363" name="CaixaDeTexto 362">
              <a:extLst>
                <a:ext uri="{FF2B5EF4-FFF2-40B4-BE49-F238E27FC236}">
                  <a16:creationId xmlns:a16="http://schemas.microsoft.com/office/drawing/2014/main" id="{2A6AA55E-593C-1C47-E426-C020AA8C6D0F}"/>
                </a:ext>
              </a:extLst>
            </p:cNvPr>
            <p:cNvSpPr txBox="1"/>
            <p:nvPr/>
          </p:nvSpPr>
          <p:spPr>
            <a:xfrm>
              <a:off x="3613992" y="-21860"/>
              <a:ext cx="13222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PL_PASS_C</a:t>
              </a:r>
            </a:p>
          </p:txBody>
        </p:sp>
        <p:sp>
          <p:nvSpPr>
            <p:cNvPr id="364" name="Retângulo 363">
              <a:extLst>
                <a:ext uri="{FF2B5EF4-FFF2-40B4-BE49-F238E27FC236}">
                  <a16:creationId xmlns:a16="http://schemas.microsoft.com/office/drawing/2014/main" id="{C825F13B-1AC4-BCC3-9693-643D38B246A1}"/>
                </a:ext>
              </a:extLst>
            </p:cNvPr>
            <p:cNvSpPr/>
            <p:nvPr/>
          </p:nvSpPr>
          <p:spPr>
            <a:xfrm>
              <a:off x="3656404" y="290928"/>
              <a:ext cx="1255829" cy="141952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5" name="CaixaDeTexto 364">
              <a:extLst>
                <a:ext uri="{FF2B5EF4-FFF2-40B4-BE49-F238E27FC236}">
                  <a16:creationId xmlns:a16="http://schemas.microsoft.com/office/drawing/2014/main" id="{78CD4DD4-48EB-D5E0-68DD-A32EE9081106}"/>
                </a:ext>
              </a:extLst>
            </p:cNvPr>
            <p:cNvSpPr txBox="1"/>
            <p:nvPr/>
          </p:nvSpPr>
          <p:spPr>
            <a:xfrm>
              <a:off x="3672551" y="29617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+</a:t>
              </a:r>
            </a:p>
          </p:txBody>
        </p:sp>
        <p:sp>
          <p:nvSpPr>
            <p:cNvPr id="366" name="CaixaDeTexto 365">
              <a:extLst>
                <a:ext uri="{FF2B5EF4-FFF2-40B4-BE49-F238E27FC236}">
                  <a16:creationId xmlns:a16="http://schemas.microsoft.com/office/drawing/2014/main" id="{F4356DA3-E25F-F35D-9473-900E1DBCC3B8}"/>
                </a:ext>
              </a:extLst>
            </p:cNvPr>
            <p:cNvSpPr txBox="1"/>
            <p:nvPr/>
          </p:nvSpPr>
          <p:spPr>
            <a:xfrm>
              <a:off x="3694993" y="631357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-</a:t>
              </a:r>
            </a:p>
          </p:txBody>
        </p:sp>
        <p:sp>
          <p:nvSpPr>
            <p:cNvPr id="367" name="CaixaDeTexto 366">
              <a:extLst>
                <a:ext uri="{FF2B5EF4-FFF2-40B4-BE49-F238E27FC236}">
                  <a16:creationId xmlns:a16="http://schemas.microsoft.com/office/drawing/2014/main" id="{16673E02-2E0D-CC29-0342-93EFC96A07FF}"/>
                </a:ext>
              </a:extLst>
            </p:cNvPr>
            <p:cNvSpPr txBox="1"/>
            <p:nvPr/>
          </p:nvSpPr>
          <p:spPr>
            <a:xfrm>
              <a:off x="3879880" y="970673"/>
              <a:ext cx="837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D0_TC</a:t>
              </a:r>
            </a:p>
          </p:txBody>
        </p:sp>
        <p:sp>
          <p:nvSpPr>
            <p:cNvPr id="368" name="CaixaDeTexto 367">
              <a:extLst>
                <a:ext uri="{FF2B5EF4-FFF2-40B4-BE49-F238E27FC236}">
                  <a16:creationId xmlns:a16="http://schemas.microsoft.com/office/drawing/2014/main" id="{2410B0BC-CACF-77BB-2377-C0D55F10807A}"/>
                </a:ext>
              </a:extLst>
            </p:cNvPr>
            <p:cNvSpPr txBox="1"/>
            <p:nvPr/>
          </p:nvSpPr>
          <p:spPr>
            <a:xfrm>
              <a:off x="3888198" y="1338096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D0_J3</a:t>
              </a:r>
            </a:p>
          </p:txBody>
        </p:sp>
      </p:grpSp>
      <p:sp>
        <p:nvSpPr>
          <p:cNvPr id="369" name="CaixaDeTexto 368">
            <a:extLst>
              <a:ext uri="{FF2B5EF4-FFF2-40B4-BE49-F238E27FC236}">
                <a16:creationId xmlns:a16="http://schemas.microsoft.com/office/drawing/2014/main" id="{9848344A-79FB-D167-6586-3678C7D42B48}"/>
              </a:ext>
            </a:extLst>
          </p:cNvPr>
          <p:cNvSpPr txBox="1"/>
          <p:nvPr/>
        </p:nvSpPr>
        <p:spPr>
          <a:xfrm>
            <a:off x="1842212" y="8653758"/>
            <a:ext cx="9973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VCC (0,5 mm)</a:t>
            </a:r>
            <a:endParaRPr lang="pt-BR" sz="1200" dirty="0"/>
          </a:p>
        </p:txBody>
      </p:sp>
      <p:sp>
        <p:nvSpPr>
          <p:cNvPr id="370" name="CaixaDeTexto 369">
            <a:extLst>
              <a:ext uri="{FF2B5EF4-FFF2-40B4-BE49-F238E27FC236}">
                <a16:creationId xmlns:a16="http://schemas.microsoft.com/office/drawing/2014/main" id="{B72F0971-5D05-623B-3047-33E2A5465DDA}"/>
              </a:ext>
            </a:extLst>
          </p:cNvPr>
          <p:cNvSpPr txBox="1"/>
          <p:nvPr/>
        </p:nvSpPr>
        <p:spPr>
          <a:xfrm>
            <a:off x="1842212" y="9633155"/>
            <a:ext cx="9973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VCC (0,5 mm)</a:t>
            </a:r>
            <a:endParaRPr lang="pt-BR" sz="1200" dirty="0"/>
          </a:p>
        </p:txBody>
      </p:sp>
      <p:sp>
        <p:nvSpPr>
          <p:cNvPr id="371" name="CaixaDeTexto 370">
            <a:extLst>
              <a:ext uri="{FF2B5EF4-FFF2-40B4-BE49-F238E27FC236}">
                <a16:creationId xmlns:a16="http://schemas.microsoft.com/office/drawing/2014/main" id="{FF42D318-5D8F-92F4-02F7-52D08FFD6885}"/>
              </a:ext>
            </a:extLst>
          </p:cNvPr>
          <p:cNvSpPr txBox="1"/>
          <p:nvPr/>
        </p:nvSpPr>
        <p:spPr>
          <a:xfrm>
            <a:off x="1824539" y="8839236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sp>
        <p:nvSpPr>
          <p:cNvPr id="372" name="CaixaDeTexto 371">
            <a:extLst>
              <a:ext uri="{FF2B5EF4-FFF2-40B4-BE49-F238E27FC236}">
                <a16:creationId xmlns:a16="http://schemas.microsoft.com/office/drawing/2014/main" id="{A2E1BC3C-8442-6770-D58C-A067B6030972}"/>
              </a:ext>
            </a:extLst>
          </p:cNvPr>
          <p:cNvSpPr txBox="1"/>
          <p:nvPr/>
        </p:nvSpPr>
        <p:spPr>
          <a:xfrm>
            <a:off x="1842212" y="9805975"/>
            <a:ext cx="1016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GND (0,5 mm)</a:t>
            </a:r>
            <a:endParaRPr lang="pt-BR" sz="1200" dirty="0"/>
          </a:p>
        </p:txBody>
      </p:sp>
      <p:sp>
        <p:nvSpPr>
          <p:cNvPr id="373" name="CaixaDeTexto 372">
            <a:extLst>
              <a:ext uri="{FF2B5EF4-FFF2-40B4-BE49-F238E27FC236}">
                <a16:creationId xmlns:a16="http://schemas.microsoft.com/office/drawing/2014/main" id="{DA68C38A-5152-B0D8-68F2-1E18FD2B2EBA}"/>
              </a:ext>
            </a:extLst>
          </p:cNvPr>
          <p:cNvSpPr txBox="1"/>
          <p:nvPr/>
        </p:nvSpPr>
        <p:spPr>
          <a:xfrm>
            <a:off x="1824538" y="9042240"/>
            <a:ext cx="12615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D0_TC (0,5 mm)</a:t>
            </a:r>
            <a:endParaRPr lang="pt-BR" sz="1200" dirty="0"/>
          </a:p>
        </p:txBody>
      </p:sp>
      <p:sp>
        <p:nvSpPr>
          <p:cNvPr id="374" name="CaixaDeTexto 373">
            <a:extLst>
              <a:ext uri="{FF2B5EF4-FFF2-40B4-BE49-F238E27FC236}">
                <a16:creationId xmlns:a16="http://schemas.microsoft.com/office/drawing/2014/main" id="{25C0DCDB-27BE-F10E-9F27-DC6ED240779C}"/>
              </a:ext>
            </a:extLst>
          </p:cNvPr>
          <p:cNvSpPr txBox="1"/>
          <p:nvPr/>
        </p:nvSpPr>
        <p:spPr>
          <a:xfrm>
            <a:off x="1844430" y="9968167"/>
            <a:ext cx="10775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D0_J3 (0,5 mm)</a:t>
            </a:r>
            <a:endParaRPr lang="pt-BR" sz="1200" dirty="0"/>
          </a:p>
        </p:txBody>
      </p:sp>
      <p:cxnSp>
        <p:nvCxnSpPr>
          <p:cNvPr id="375" name="Conector: Angulado 374">
            <a:extLst>
              <a:ext uri="{FF2B5EF4-FFF2-40B4-BE49-F238E27FC236}">
                <a16:creationId xmlns:a16="http://schemas.microsoft.com/office/drawing/2014/main" id="{B85D3D80-F9A1-A501-E54C-F7E0535B4A7D}"/>
              </a:ext>
            </a:extLst>
          </p:cNvPr>
          <p:cNvCxnSpPr>
            <a:stCxn id="350" idx="1"/>
          </p:cNvCxnSpPr>
          <p:nvPr/>
        </p:nvCxnSpPr>
        <p:spPr>
          <a:xfrm rot="10800000">
            <a:off x="2929330" y="9968168"/>
            <a:ext cx="575505" cy="1656801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ector: Angulado 375">
            <a:extLst>
              <a:ext uri="{FF2B5EF4-FFF2-40B4-BE49-F238E27FC236}">
                <a16:creationId xmlns:a16="http://schemas.microsoft.com/office/drawing/2014/main" id="{F5518320-95DB-6483-4D49-FD4FC95E77BF}"/>
              </a:ext>
            </a:extLst>
          </p:cNvPr>
          <p:cNvCxnSpPr>
            <a:cxnSpLocks/>
          </p:cNvCxnSpPr>
          <p:nvPr/>
        </p:nvCxnSpPr>
        <p:spPr>
          <a:xfrm rot="10800000">
            <a:off x="1878399" y="10524426"/>
            <a:ext cx="1633571" cy="1449324"/>
          </a:xfrm>
          <a:prstGeom prst="bentConnector3">
            <a:avLst>
              <a:gd name="adj1" fmla="val 63527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ector: Angulado 376">
            <a:extLst>
              <a:ext uri="{FF2B5EF4-FFF2-40B4-BE49-F238E27FC236}">
                <a16:creationId xmlns:a16="http://schemas.microsoft.com/office/drawing/2014/main" id="{4F923CB9-D451-4247-EA1D-8411B31D2826}"/>
              </a:ext>
            </a:extLst>
          </p:cNvPr>
          <p:cNvCxnSpPr>
            <a:stCxn id="352" idx="1"/>
            <a:endCxn id="339" idx="3"/>
          </p:cNvCxnSpPr>
          <p:nvPr/>
        </p:nvCxnSpPr>
        <p:spPr>
          <a:xfrm rot="10800000">
            <a:off x="1906879" y="10729862"/>
            <a:ext cx="1616660" cy="1579013"/>
          </a:xfrm>
          <a:prstGeom prst="bentConnector3">
            <a:avLst>
              <a:gd name="adj1" fmla="val 8456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ector: Angulado 377">
            <a:extLst>
              <a:ext uri="{FF2B5EF4-FFF2-40B4-BE49-F238E27FC236}">
                <a16:creationId xmlns:a16="http://schemas.microsoft.com/office/drawing/2014/main" id="{85CDE960-63E2-FA8C-ABCF-BDF67774EB1D}"/>
              </a:ext>
            </a:extLst>
          </p:cNvPr>
          <p:cNvCxnSpPr>
            <a:cxnSpLocks/>
            <a:stCxn id="342" idx="3"/>
          </p:cNvCxnSpPr>
          <p:nvPr/>
        </p:nvCxnSpPr>
        <p:spPr>
          <a:xfrm flipH="1" flipV="1">
            <a:off x="2681504" y="10646027"/>
            <a:ext cx="2090730" cy="884740"/>
          </a:xfrm>
          <a:prstGeom prst="bentConnector3">
            <a:avLst>
              <a:gd name="adj1" fmla="val -10934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ector: Angulado 378">
            <a:extLst>
              <a:ext uri="{FF2B5EF4-FFF2-40B4-BE49-F238E27FC236}">
                <a16:creationId xmlns:a16="http://schemas.microsoft.com/office/drawing/2014/main" id="{D6095D63-5902-1926-1D63-AB121319C611}"/>
              </a:ext>
            </a:extLst>
          </p:cNvPr>
          <p:cNvCxnSpPr>
            <a:cxnSpLocks/>
            <a:stCxn id="345" idx="3"/>
          </p:cNvCxnSpPr>
          <p:nvPr/>
        </p:nvCxnSpPr>
        <p:spPr>
          <a:xfrm flipH="1" flipV="1">
            <a:off x="2924506" y="10356561"/>
            <a:ext cx="1836157" cy="1466729"/>
          </a:xfrm>
          <a:prstGeom prst="bentConnector3">
            <a:avLst>
              <a:gd name="adj1" fmla="val -2739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CaixaDeTexto 379">
            <a:extLst>
              <a:ext uri="{FF2B5EF4-FFF2-40B4-BE49-F238E27FC236}">
                <a16:creationId xmlns:a16="http://schemas.microsoft.com/office/drawing/2014/main" id="{6771A2A2-3A33-9D60-5568-EC655E24E0AD}"/>
              </a:ext>
            </a:extLst>
          </p:cNvPr>
          <p:cNvSpPr txBox="1"/>
          <p:nvPr/>
        </p:nvSpPr>
        <p:spPr>
          <a:xfrm>
            <a:off x="4772234" y="9362437"/>
            <a:ext cx="1374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D0_TC – A2 (0,5 mm)</a:t>
            </a:r>
            <a:endParaRPr lang="pt-BR" sz="1200" dirty="0"/>
          </a:p>
        </p:txBody>
      </p:sp>
      <p:sp>
        <p:nvSpPr>
          <p:cNvPr id="381" name="CaixaDeTexto 380">
            <a:extLst>
              <a:ext uri="{FF2B5EF4-FFF2-40B4-BE49-F238E27FC236}">
                <a16:creationId xmlns:a16="http://schemas.microsoft.com/office/drawing/2014/main" id="{4D9135B5-49F5-1928-5B05-B14762DB3E82}"/>
              </a:ext>
            </a:extLst>
          </p:cNvPr>
          <p:cNvSpPr txBox="1"/>
          <p:nvPr/>
        </p:nvSpPr>
        <p:spPr>
          <a:xfrm>
            <a:off x="4772234" y="9669125"/>
            <a:ext cx="13468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D0_J3 – 4 (0,5 mm)</a:t>
            </a:r>
            <a:endParaRPr lang="pt-BR" sz="1200" dirty="0"/>
          </a:p>
        </p:txBody>
      </p:sp>
      <p:sp>
        <p:nvSpPr>
          <p:cNvPr id="382" name="CaixaDeTexto 381">
            <a:extLst>
              <a:ext uri="{FF2B5EF4-FFF2-40B4-BE49-F238E27FC236}">
                <a16:creationId xmlns:a16="http://schemas.microsoft.com/office/drawing/2014/main" id="{A936488E-4C85-3F3F-82CA-37D4EC06CCE7}"/>
              </a:ext>
            </a:extLst>
          </p:cNvPr>
          <p:cNvSpPr txBox="1"/>
          <p:nvPr/>
        </p:nvSpPr>
        <p:spPr>
          <a:xfrm>
            <a:off x="4707066" y="12139602"/>
            <a:ext cx="18999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SIG_IRF520_C – 11 (0,5 mm)</a:t>
            </a:r>
            <a:endParaRPr lang="pt-BR" sz="1200" dirty="0"/>
          </a:p>
        </p:txBody>
      </p:sp>
      <p:sp>
        <p:nvSpPr>
          <p:cNvPr id="387" name="CaixaDeTexto 386">
            <a:extLst>
              <a:ext uri="{FF2B5EF4-FFF2-40B4-BE49-F238E27FC236}">
                <a16:creationId xmlns:a16="http://schemas.microsoft.com/office/drawing/2014/main" id="{161D5591-775F-30F2-66D1-7CB749424731}"/>
              </a:ext>
            </a:extLst>
          </p:cNvPr>
          <p:cNvSpPr txBox="1"/>
          <p:nvPr/>
        </p:nvSpPr>
        <p:spPr>
          <a:xfrm>
            <a:off x="9165325" y="2787372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</a:t>
            </a:r>
          </a:p>
        </p:txBody>
      </p:sp>
      <p:grpSp>
        <p:nvGrpSpPr>
          <p:cNvPr id="411" name="Agrupar 410">
            <a:extLst>
              <a:ext uri="{FF2B5EF4-FFF2-40B4-BE49-F238E27FC236}">
                <a16:creationId xmlns:a16="http://schemas.microsoft.com/office/drawing/2014/main" id="{4F235EEA-D710-048F-8F90-A9458647F9E7}"/>
              </a:ext>
            </a:extLst>
          </p:cNvPr>
          <p:cNvGrpSpPr/>
          <p:nvPr/>
        </p:nvGrpSpPr>
        <p:grpSpPr>
          <a:xfrm>
            <a:off x="4772234" y="3139826"/>
            <a:ext cx="4372376" cy="9004980"/>
            <a:chOff x="4772234" y="3139826"/>
            <a:chExt cx="4372376" cy="9004980"/>
          </a:xfrm>
        </p:grpSpPr>
        <p:cxnSp>
          <p:nvCxnSpPr>
            <p:cNvPr id="400" name="Conector: Angulado 399">
              <a:extLst>
                <a:ext uri="{FF2B5EF4-FFF2-40B4-BE49-F238E27FC236}">
                  <a16:creationId xmlns:a16="http://schemas.microsoft.com/office/drawing/2014/main" id="{5079C3C6-0112-A0B2-DAEE-1CF67E3E4D7D}"/>
                </a:ext>
              </a:extLst>
            </p:cNvPr>
            <p:cNvCxnSpPr>
              <a:stCxn id="343" idx="3"/>
            </p:cNvCxnSpPr>
            <p:nvPr/>
          </p:nvCxnSpPr>
          <p:spPr>
            <a:xfrm flipV="1">
              <a:off x="4772234" y="3139826"/>
              <a:ext cx="4200316" cy="9004980"/>
            </a:xfrm>
            <a:prstGeom prst="bentConnector2">
              <a:avLst/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ector reto 401">
              <a:extLst>
                <a:ext uri="{FF2B5EF4-FFF2-40B4-BE49-F238E27FC236}">
                  <a16:creationId xmlns:a16="http://schemas.microsoft.com/office/drawing/2014/main" id="{AC70A593-CCC0-D8E0-90DA-3D3593705CF7}"/>
                </a:ext>
              </a:extLst>
            </p:cNvPr>
            <p:cNvCxnSpPr>
              <a:cxnSpLocks/>
            </p:cNvCxnSpPr>
            <p:nvPr/>
          </p:nvCxnSpPr>
          <p:spPr>
            <a:xfrm>
              <a:off x="8955881" y="3151224"/>
              <a:ext cx="188729" cy="0"/>
            </a:xfrm>
            <a:prstGeom prst="line">
              <a:avLst/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8" name="Agrupar 417">
            <a:extLst>
              <a:ext uri="{FF2B5EF4-FFF2-40B4-BE49-F238E27FC236}">
                <a16:creationId xmlns:a16="http://schemas.microsoft.com/office/drawing/2014/main" id="{327A7894-4521-7C9C-FE73-B0C3FA8C7E30}"/>
              </a:ext>
            </a:extLst>
          </p:cNvPr>
          <p:cNvGrpSpPr/>
          <p:nvPr/>
        </p:nvGrpSpPr>
        <p:grpSpPr>
          <a:xfrm>
            <a:off x="4759220" y="2923068"/>
            <a:ext cx="4385390" cy="6726780"/>
            <a:chOff x="4759220" y="2923068"/>
            <a:chExt cx="4385390" cy="6726780"/>
          </a:xfrm>
        </p:grpSpPr>
        <p:cxnSp>
          <p:nvCxnSpPr>
            <p:cNvPr id="407" name="Conector: Angulado 406">
              <a:extLst>
                <a:ext uri="{FF2B5EF4-FFF2-40B4-BE49-F238E27FC236}">
                  <a16:creationId xmlns:a16="http://schemas.microsoft.com/office/drawing/2014/main" id="{203B9BD7-49FB-A450-C2BA-6D128D4AB46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203411" y="4478877"/>
              <a:ext cx="6726780" cy="3615161"/>
            </a:xfrm>
            <a:prstGeom prst="bentConnector3">
              <a:avLst>
                <a:gd name="adj1" fmla="val 16"/>
              </a:avLst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Conector reto 416">
              <a:extLst>
                <a:ext uri="{FF2B5EF4-FFF2-40B4-BE49-F238E27FC236}">
                  <a16:creationId xmlns:a16="http://schemas.microsoft.com/office/drawing/2014/main" id="{4DAC22CC-E365-4923-DC3C-B8B8295E33F9}"/>
                </a:ext>
              </a:extLst>
            </p:cNvPr>
            <p:cNvCxnSpPr>
              <a:cxnSpLocks/>
            </p:cNvCxnSpPr>
            <p:nvPr/>
          </p:nvCxnSpPr>
          <p:spPr>
            <a:xfrm>
              <a:off x="8362950" y="2943225"/>
              <a:ext cx="781660" cy="0"/>
            </a:xfrm>
            <a:prstGeom prst="line">
              <a:avLst/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5" name="Agrupar 424">
            <a:extLst>
              <a:ext uri="{FF2B5EF4-FFF2-40B4-BE49-F238E27FC236}">
                <a16:creationId xmlns:a16="http://schemas.microsoft.com/office/drawing/2014/main" id="{6500D5B1-E647-44DF-DE65-569438BC4BB9}"/>
              </a:ext>
            </a:extLst>
          </p:cNvPr>
          <p:cNvGrpSpPr/>
          <p:nvPr/>
        </p:nvGrpSpPr>
        <p:grpSpPr>
          <a:xfrm>
            <a:off x="4751309" y="3048000"/>
            <a:ext cx="4393301" cy="6920168"/>
            <a:chOff x="4731876" y="2757649"/>
            <a:chExt cx="4393301" cy="6920168"/>
          </a:xfrm>
        </p:grpSpPr>
        <p:cxnSp>
          <p:nvCxnSpPr>
            <p:cNvPr id="426" name="Conector: Angulado 425">
              <a:extLst>
                <a:ext uri="{FF2B5EF4-FFF2-40B4-BE49-F238E27FC236}">
                  <a16:creationId xmlns:a16="http://schemas.microsoft.com/office/drawing/2014/main" id="{4CB9FE92-E595-44CB-D34E-85C78818EAB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236153" y="4253372"/>
              <a:ext cx="6920168" cy="3928722"/>
            </a:xfrm>
            <a:prstGeom prst="bentConnector3">
              <a:avLst>
                <a:gd name="adj1" fmla="val 185"/>
              </a:avLst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Conector reto 426">
              <a:extLst>
                <a:ext uri="{FF2B5EF4-FFF2-40B4-BE49-F238E27FC236}">
                  <a16:creationId xmlns:a16="http://schemas.microsoft.com/office/drawing/2014/main" id="{32A4BCFF-2327-8AF3-2414-DA23BCC73CED}"/>
                </a:ext>
              </a:extLst>
            </p:cNvPr>
            <p:cNvCxnSpPr>
              <a:cxnSpLocks/>
            </p:cNvCxnSpPr>
            <p:nvPr/>
          </p:nvCxnSpPr>
          <p:spPr>
            <a:xfrm>
              <a:off x="8635617" y="2759075"/>
              <a:ext cx="489560" cy="0"/>
            </a:xfrm>
            <a:prstGeom prst="line">
              <a:avLst/>
            </a:prstGeom>
            <a:ln w="38100">
              <a:solidFill>
                <a:srgbClr val="6633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8" name="Agrupar 447">
            <a:extLst>
              <a:ext uri="{FF2B5EF4-FFF2-40B4-BE49-F238E27FC236}">
                <a16:creationId xmlns:a16="http://schemas.microsoft.com/office/drawing/2014/main" id="{3E8DE7AF-30A4-EEAC-50C7-40923AB1EA14}"/>
              </a:ext>
            </a:extLst>
          </p:cNvPr>
          <p:cNvGrpSpPr/>
          <p:nvPr/>
        </p:nvGrpSpPr>
        <p:grpSpPr>
          <a:xfrm>
            <a:off x="9144610" y="942402"/>
            <a:ext cx="1434816" cy="2382090"/>
            <a:chOff x="9144610" y="942402"/>
            <a:chExt cx="1434816" cy="2382090"/>
          </a:xfrm>
        </p:grpSpPr>
        <p:grpSp>
          <p:nvGrpSpPr>
            <p:cNvPr id="385" name="Agrupar 384">
              <a:extLst>
                <a:ext uri="{FF2B5EF4-FFF2-40B4-BE49-F238E27FC236}">
                  <a16:creationId xmlns:a16="http://schemas.microsoft.com/office/drawing/2014/main" id="{79CFAF47-9516-21B9-CBCE-DD73BC7B159F}"/>
                </a:ext>
              </a:extLst>
            </p:cNvPr>
            <p:cNvGrpSpPr/>
            <p:nvPr/>
          </p:nvGrpSpPr>
          <p:grpSpPr>
            <a:xfrm>
              <a:off x="9144610" y="942402"/>
              <a:ext cx="1410277" cy="2303025"/>
              <a:chOff x="9144610" y="942402"/>
              <a:chExt cx="1410277" cy="2303025"/>
            </a:xfrm>
          </p:grpSpPr>
          <p:grpSp>
            <p:nvGrpSpPr>
              <p:cNvPr id="284" name="Agrupar 283">
                <a:extLst>
                  <a:ext uri="{FF2B5EF4-FFF2-40B4-BE49-F238E27FC236}">
                    <a16:creationId xmlns:a16="http://schemas.microsoft.com/office/drawing/2014/main" id="{27E8F4F1-C8D4-7AC7-05C8-F029E813D751}"/>
                  </a:ext>
                </a:extLst>
              </p:cNvPr>
              <p:cNvGrpSpPr/>
              <p:nvPr/>
            </p:nvGrpSpPr>
            <p:grpSpPr>
              <a:xfrm>
                <a:off x="9144610" y="942402"/>
                <a:ext cx="1410277" cy="2303025"/>
                <a:chOff x="7854026" y="1032865"/>
                <a:chExt cx="1410277" cy="2303025"/>
              </a:xfrm>
            </p:grpSpPr>
            <p:grpSp>
              <p:nvGrpSpPr>
                <p:cNvPr id="141" name="Agrupar 140">
                  <a:extLst>
                    <a:ext uri="{FF2B5EF4-FFF2-40B4-BE49-F238E27FC236}">
                      <a16:creationId xmlns:a16="http://schemas.microsoft.com/office/drawing/2014/main" id="{32341FFF-F126-BB43-B36D-EC80C626566C}"/>
                    </a:ext>
                  </a:extLst>
                </p:cNvPr>
                <p:cNvGrpSpPr/>
                <p:nvPr/>
              </p:nvGrpSpPr>
              <p:grpSpPr>
                <a:xfrm>
                  <a:off x="7854026" y="1032865"/>
                  <a:ext cx="1410277" cy="2303025"/>
                  <a:chOff x="3656404" y="53103"/>
                  <a:chExt cx="1255829" cy="1657348"/>
                </a:xfrm>
              </p:grpSpPr>
              <p:sp>
                <p:nvSpPr>
                  <p:cNvPr id="142" name="CaixaDeTexto 141">
                    <a:extLst>
                      <a:ext uri="{FF2B5EF4-FFF2-40B4-BE49-F238E27FC236}">
                        <a16:creationId xmlns:a16="http://schemas.microsoft.com/office/drawing/2014/main" id="{5835D0D9-6B77-8F1D-2AC3-2CB5C4EB43E9}"/>
                      </a:ext>
                    </a:extLst>
                  </p:cNvPr>
                  <p:cNvSpPr txBox="1"/>
                  <p:nvPr/>
                </p:nvSpPr>
                <p:spPr>
                  <a:xfrm>
                    <a:off x="3844258" y="53103"/>
                    <a:ext cx="964319" cy="2657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dirty="0"/>
                      <a:t>Arduino</a:t>
                    </a:r>
                  </a:p>
                </p:txBody>
              </p:sp>
              <p:sp>
                <p:nvSpPr>
                  <p:cNvPr id="143" name="Retângulo 142">
                    <a:extLst>
                      <a:ext uri="{FF2B5EF4-FFF2-40B4-BE49-F238E27FC236}">
                        <a16:creationId xmlns:a16="http://schemas.microsoft.com/office/drawing/2014/main" id="{4EA16A1E-2C49-9269-060F-0B4E5B597400}"/>
                      </a:ext>
                    </a:extLst>
                  </p:cNvPr>
                  <p:cNvSpPr/>
                  <p:nvPr/>
                </p:nvSpPr>
                <p:spPr>
                  <a:xfrm>
                    <a:off x="3656404" y="290928"/>
                    <a:ext cx="1255829" cy="1419523"/>
                  </a:xfrm>
                  <a:prstGeom prst="rect">
                    <a:avLst/>
                  </a:prstGeom>
                  <a:solidFill>
                    <a:srgbClr val="7030A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sp>
              <p:nvSpPr>
                <p:cNvPr id="177" name="CaixaDeTexto 176">
                  <a:extLst>
                    <a:ext uri="{FF2B5EF4-FFF2-40B4-BE49-F238E27FC236}">
                      <a16:creationId xmlns:a16="http://schemas.microsoft.com/office/drawing/2014/main" id="{06DBEED3-4A05-5C73-2EA9-3448D1254E5C}"/>
                    </a:ext>
                  </a:extLst>
                </p:cNvPr>
                <p:cNvSpPr txBox="1"/>
                <p:nvPr/>
              </p:nvSpPr>
              <p:spPr>
                <a:xfrm>
                  <a:off x="7883046" y="1742256"/>
                  <a:ext cx="32092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A</a:t>
                  </a:r>
                </a:p>
              </p:txBody>
            </p:sp>
          </p:grpSp>
          <p:sp>
            <p:nvSpPr>
              <p:cNvPr id="300" name="CaixaDeTexto 299">
                <a:extLst>
                  <a:ext uri="{FF2B5EF4-FFF2-40B4-BE49-F238E27FC236}">
                    <a16:creationId xmlns:a16="http://schemas.microsoft.com/office/drawing/2014/main" id="{115D8629-9161-EF39-BD2F-592B9DD249D7}"/>
                  </a:ext>
                </a:extLst>
              </p:cNvPr>
              <p:cNvSpPr txBox="1"/>
              <p:nvPr/>
            </p:nvSpPr>
            <p:spPr>
              <a:xfrm>
                <a:off x="9174322" y="2144883"/>
                <a:ext cx="320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B</a:t>
                </a:r>
              </a:p>
            </p:txBody>
          </p:sp>
        </p:grpSp>
        <p:sp>
          <p:nvSpPr>
            <p:cNvPr id="442" name="CaixaDeTexto 441">
              <a:extLst>
                <a:ext uri="{FF2B5EF4-FFF2-40B4-BE49-F238E27FC236}">
                  <a16:creationId xmlns:a16="http://schemas.microsoft.com/office/drawing/2014/main" id="{CAADEDF3-BE31-3D06-BF7D-961D91A24F68}"/>
                </a:ext>
              </a:extLst>
            </p:cNvPr>
            <p:cNvSpPr txBox="1"/>
            <p:nvPr/>
          </p:nvSpPr>
          <p:spPr>
            <a:xfrm>
              <a:off x="10125637" y="2711979"/>
              <a:ext cx="4537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RX</a:t>
              </a:r>
            </a:p>
          </p:txBody>
        </p:sp>
        <p:sp>
          <p:nvSpPr>
            <p:cNvPr id="444" name="CaixaDeTexto 443">
              <a:extLst>
                <a:ext uri="{FF2B5EF4-FFF2-40B4-BE49-F238E27FC236}">
                  <a16:creationId xmlns:a16="http://schemas.microsoft.com/office/drawing/2014/main" id="{208973DE-0C44-67C4-2547-7598CEF0B317}"/>
                </a:ext>
              </a:extLst>
            </p:cNvPr>
            <p:cNvSpPr txBox="1"/>
            <p:nvPr/>
          </p:nvSpPr>
          <p:spPr>
            <a:xfrm>
              <a:off x="10125637" y="2955160"/>
              <a:ext cx="4537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TX</a:t>
              </a:r>
            </a:p>
          </p:txBody>
        </p:sp>
      </p:grpSp>
      <p:grpSp>
        <p:nvGrpSpPr>
          <p:cNvPr id="445" name="Agrupar 444">
            <a:extLst>
              <a:ext uri="{FF2B5EF4-FFF2-40B4-BE49-F238E27FC236}">
                <a16:creationId xmlns:a16="http://schemas.microsoft.com/office/drawing/2014/main" id="{B2A615F5-D7C4-0D92-2B8B-AEEA7A9DC0ED}"/>
              </a:ext>
            </a:extLst>
          </p:cNvPr>
          <p:cNvGrpSpPr/>
          <p:nvPr/>
        </p:nvGrpSpPr>
        <p:grpSpPr>
          <a:xfrm>
            <a:off x="10350314" y="5219922"/>
            <a:ext cx="1901931" cy="1033816"/>
            <a:chOff x="6591405" y="-8206"/>
            <a:chExt cx="1901931" cy="1033816"/>
          </a:xfrm>
        </p:grpSpPr>
        <p:sp>
          <p:nvSpPr>
            <p:cNvPr id="446" name="Retângulo 445">
              <a:extLst>
                <a:ext uri="{FF2B5EF4-FFF2-40B4-BE49-F238E27FC236}">
                  <a16:creationId xmlns:a16="http://schemas.microsoft.com/office/drawing/2014/main" id="{1632D1A8-C24E-4034-EAA6-B085124A926F}"/>
                </a:ext>
              </a:extLst>
            </p:cNvPr>
            <p:cNvSpPr/>
            <p:nvPr/>
          </p:nvSpPr>
          <p:spPr>
            <a:xfrm>
              <a:off x="7163465" y="335462"/>
              <a:ext cx="702857" cy="69014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7" name="CaixaDeTexto 446">
              <a:extLst>
                <a:ext uri="{FF2B5EF4-FFF2-40B4-BE49-F238E27FC236}">
                  <a16:creationId xmlns:a16="http://schemas.microsoft.com/office/drawing/2014/main" id="{95A91CF4-8307-2C16-2F35-AC91B59F55B2}"/>
                </a:ext>
              </a:extLst>
            </p:cNvPr>
            <p:cNvSpPr txBox="1"/>
            <p:nvPr/>
          </p:nvSpPr>
          <p:spPr>
            <a:xfrm>
              <a:off x="6591405" y="-8206"/>
              <a:ext cx="1901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Divisor de tensão</a:t>
              </a:r>
            </a:p>
          </p:txBody>
        </p:sp>
      </p:grpSp>
      <p:grpSp>
        <p:nvGrpSpPr>
          <p:cNvPr id="453" name="Agrupar 452">
            <a:extLst>
              <a:ext uri="{FF2B5EF4-FFF2-40B4-BE49-F238E27FC236}">
                <a16:creationId xmlns:a16="http://schemas.microsoft.com/office/drawing/2014/main" id="{FDC3615A-E9A5-1A86-B141-B055B8F9433B}"/>
              </a:ext>
            </a:extLst>
          </p:cNvPr>
          <p:cNvGrpSpPr/>
          <p:nvPr/>
        </p:nvGrpSpPr>
        <p:grpSpPr>
          <a:xfrm>
            <a:off x="10949851" y="3741461"/>
            <a:ext cx="703987" cy="1545140"/>
            <a:chOff x="10949851" y="3708231"/>
            <a:chExt cx="703987" cy="1047038"/>
          </a:xfrm>
        </p:grpSpPr>
        <p:grpSp>
          <p:nvGrpSpPr>
            <p:cNvPr id="438" name="Agrupar 437">
              <a:extLst>
                <a:ext uri="{FF2B5EF4-FFF2-40B4-BE49-F238E27FC236}">
                  <a16:creationId xmlns:a16="http://schemas.microsoft.com/office/drawing/2014/main" id="{344E9A1B-823C-CE47-67BA-C237311DFD0E}"/>
                </a:ext>
              </a:extLst>
            </p:cNvPr>
            <p:cNvGrpSpPr/>
            <p:nvPr/>
          </p:nvGrpSpPr>
          <p:grpSpPr>
            <a:xfrm>
              <a:off x="10949851" y="3708231"/>
              <a:ext cx="702857" cy="919432"/>
              <a:chOff x="6536451" y="61644"/>
              <a:chExt cx="702857" cy="919432"/>
            </a:xfrm>
          </p:grpSpPr>
          <p:sp>
            <p:nvSpPr>
              <p:cNvPr id="439" name="Retângulo 438">
                <a:extLst>
                  <a:ext uri="{FF2B5EF4-FFF2-40B4-BE49-F238E27FC236}">
                    <a16:creationId xmlns:a16="http://schemas.microsoft.com/office/drawing/2014/main" id="{6A163DD9-D229-03E6-691F-13896580FFB0}"/>
                  </a:ext>
                </a:extLst>
              </p:cNvPr>
              <p:cNvSpPr/>
              <p:nvPr/>
            </p:nvSpPr>
            <p:spPr>
              <a:xfrm>
                <a:off x="6536451" y="290928"/>
                <a:ext cx="702857" cy="690148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40" name="CaixaDeTexto 439">
                <a:extLst>
                  <a:ext uri="{FF2B5EF4-FFF2-40B4-BE49-F238E27FC236}">
                    <a16:creationId xmlns:a16="http://schemas.microsoft.com/office/drawing/2014/main" id="{782E6A81-2137-69A8-5BEE-F434978997E8}"/>
                  </a:ext>
                </a:extLst>
              </p:cNvPr>
              <p:cNvSpPr txBox="1"/>
              <p:nvPr/>
            </p:nvSpPr>
            <p:spPr>
              <a:xfrm>
                <a:off x="6600313" y="61644"/>
                <a:ext cx="575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ESP</a:t>
                </a:r>
              </a:p>
            </p:txBody>
          </p:sp>
        </p:grpSp>
        <p:sp>
          <p:nvSpPr>
            <p:cNvPr id="450" name="CaixaDeTexto 449">
              <a:extLst>
                <a:ext uri="{FF2B5EF4-FFF2-40B4-BE49-F238E27FC236}">
                  <a16:creationId xmlns:a16="http://schemas.microsoft.com/office/drawing/2014/main" id="{8763751E-4FAB-D66A-6D04-C265BCB08CC4}"/>
                </a:ext>
              </a:extLst>
            </p:cNvPr>
            <p:cNvSpPr txBox="1"/>
            <p:nvPr/>
          </p:nvSpPr>
          <p:spPr>
            <a:xfrm>
              <a:off x="11042442" y="4210117"/>
              <a:ext cx="5653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TX2</a:t>
              </a:r>
            </a:p>
          </p:txBody>
        </p:sp>
        <p:sp>
          <p:nvSpPr>
            <p:cNvPr id="452" name="CaixaDeTexto 451">
              <a:extLst>
                <a:ext uri="{FF2B5EF4-FFF2-40B4-BE49-F238E27FC236}">
                  <a16:creationId xmlns:a16="http://schemas.microsoft.com/office/drawing/2014/main" id="{93DA4B70-FF0A-1E2C-082B-6615BE5113A8}"/>
                </a:ext>
              </a:extLst>
            </p:cNvPr>
            <p:cNvSpPr txBox="1"/>
            <p:nvPr/>
          </p:nvSpPr>
          <p:spPr>
            <a:xfrm>
              <a:off x="11042442" y="4385937"/>
              <a:ext cx="611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RX2</a:t>
              </a:r>
            </a:p>
          </p:txBody>
        </p:sp>
      </p:grpSp>
      <p:grpSp>
        <p:nvGrpSpPr>
          <p:cNvPr id="468" name="Agrupar 467">
            <a:extLst>
              <a:ext uri="{FF2B5EF4-FFF2-40B4-BE49-F238E27FC236}">
                <a16:creationId xmlns:a16="http://schemas.microsoft.com/office/drawing/2014/main" id="{30B2A32F-6566-E242-236C-629BFA815433}"/>
              </a:ext>
            </a:extLst>
          </p:cNvPr>
          <p:cNvGrpSpPr/>
          <p:nvPr/>
        </p:nvGrpSpPr>
        <p:grpSpPr>
          <a:xfrm>
            <a:off x="10563551" y="2896645"/>
            <a:ext cx="383849" cy="1773438"/>
            <a:chOff x="10563551" y="2896645"/>
            <a:chExt cx="383849" cy="1199867"/>
          </a:xfrm>
        </p:grpSpPr>
        <p:cxnSp>
          <p:nvCxnSpPr>
            <p:cNvPr id="460" name="Conector: Angulado 459">
              <a:extLst>
                <a:ext uri="{FF2B5EF4-FFF2-40B4-BE49-F238E27FC236}">
                  <a16:creationId xmlns:a16="http://schemas.microsoft.com/office/drawing/2014/main" id="{089F6CC1-B1B5-95BB-BF46-86237894115E}"/>
                </a:ext>
              </a:extLst>
            </p:cNvPr>
            <p:cNvCxnSpPr>
              <a:cxnSpLocks/>
            </p:cNvCxnSpPr>
            <p:nvPr/>
          </p:nvCxnSpPr>
          <p:spPr>
            <a:xfrm>
              <a:off x="10563551" y="2896645"/>
              <a:ext cx="228782" cy="1199867"/>
            </a:xfrm>
            <a:prstGeom prst="bentConnector2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Conector reto 461">
              <a:extLst>
                <a:ext uri="{FF2B5EF4-FFF2-40B4-BE49-F238E27FC236}">
                  <a16:creationId xmlns:a16="http://schemas.microsoft.com/office/drawing/2014/main" id="{5F3DB2A8-700A-7531-2445-373072AC3F49}"/>
                </a:ext>
              </a:extLst>
            </p:cNvPr>
            <p:cNvCxnSpPr/>
            <p:nvPr/>
          </p:nvCxnSpPr>
          <p:spPr>
            <a:xfrm>
              <a:off x="10785475" y="4079875"/>
              <a:ext cx="161925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4" name="Conector: Angulado 463">
            <a:extLst>
              <a:ext uri="{FF2B5EF4-FFF2-40B4-BE49-F238E27FC236}">
                <a16:creationId xmlns:a16="http://schemas.microsoft.com/office/drawing/2014/main" id="{952D64EC-73B2-F7A6-5275-6C18EDFBC665}"/>
              </a:ext>
            </a:extLst>
          </p:cNvPr>
          <p:cNvCxnSpPr>
            <a:cxnSpLocks/>
            <a:endCxn id="446" idx="1"/>
          </p:cNvCxnSpPr>
          <p:nvPr/>
        </p:nvCxnSpPr>
        <p:spPr>
          <a:xfrm rot="16200000" flipH="1">
            <a:off x="9239638" y="4225928"/>
            <a:ext cx="2650850" cy="714622"/>
          </a:xfrm>
          <a:prstGeom prst="bentConnector2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CaixaDeTexto 480">
            <a:extLst>
              <a:ext uri="{FF2B5EF4-FFF2-40B4-BE49-F238E27FC236}">
                <a16:creationId xmlns:a16="http://schemas.microsoft.com/office/drawing/2014/main" id="{C2D24A9C-DB0D-08C9-4282-B7B338AE3B71}"/>
              </a:ext>
            </a:extLst>
          </p:cNvPr>
          <p:cNvSpPr txBox="1"/>
          <p:nvPr/>
        </p:nvSpPr>
        <p:spPr>
          <a:xfrm>
            <a:off x="10983462" y="4131373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GND</a:t>
            </a:r>
          </a:p>
        </p:txBody>
      </p:sp>
      <p:sp>
        <p:nvSpPr>
          <p:cNvPr id="483" name="CaixaDeTexto 482">
            <a:extLst>
              <a:ext uri="{FF2B5EF4-FFF2-40B4-BE49-F238E27FC236}">
                <a16:creationId xmlns:a16="http://schemas.microsoft.com/office/drawing/2014/main" id="{FDCF10DA-5DB0-D1D7-CCDE-AE950E07625E}"/>
              </a:ext>
            </a:extLst>
          </p:cNvPr>
          <p:cNvSpPr txBox="1"/>
          <p:nvPr/>
        </p:nvSpPr>
        <p:spPr>
          <a:xfrm>
            <a:off x="10954855" y="5977197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GND</a:t>
            </a:r>
          </a:p>
        </p:txBody>
      </p:sp>
      <p:sp>
        <p:nvSpPr>
          <p:cNvPr id="485" name="CaixaDeTexto 484">
            <a:extLst>
              <a:ext uri="{FF2B5EF4-FFF2-40B4-BE49-F238E27FC236}">
                <a16:creationId xmlns:a16="http://schemas.microsoft.com/office/drawing/2014/main" id="{D9410FF9-D497-7737-B10C-D5B7B611376E}"/>
              </a:ext>
            </a:extLst>
          </p:cNvPr>
          <p:cNvSpPr txBox="1"/>
          <p:nvPr/>
        </p:nvSpPr>
        <p:spPr>
          <a:xfrm>
            <a:off x="9908147" y="142643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GND</a:t>
            </a:r>
          </a:p>
        </p:txBody>
      </p:sp>
      <p:sp>
        <p:nvSpPr>
          <p:cNvPr id="490" name="CaixaDeTexto 489">
            <a:extLst>
              <a:ext uri="{FF2B5EF4-FFF2-40B4-BE49-F238E27FC236}">
                <a16:creationId xmlns:a16="http://schemas.microsoft.com/office/drawing/2014/main" id="{A094CBFD-7CBF-75A4-5D4E-FB606A2E7E79}"/>
              </a:ext>
            </a:extLst>
          </p:cNvPr>
          <p:cNvSpPr txBox="1"/>
          <p:nvPr/>
        </p:nvSpPr>
        <p:spPr>
          <a:xfrm>
            <a:off x="11065434" y="5520706"/>
            <a:ext cx="4331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2K</a:t>
            </a:r>
            <a:r>
              <a:rPr lang="el-GR" sz="1050" dirty="0"/>
              <a:t>Ω</a:t>
            </a:r>
            <a:endParaRPr lang="pt-BR" sz="1050" dirty="0"/>
          </a:p>
        </p:txBody>
      </p:sp>
      <p:sp>
        <p:nvSpPr>
          <p:cNvPr id="495" name="CaixaDeTexto 494">
            <a:extLst>
              <a:ext uri="{FF2B5EF4-FFF2-40B4-BE49-F238E27FC236}">
                <a16:creationId xmlns:a16="http://schemas.microsoft.com/office/drawing/2014/main" id="{D2A6EFC6-3423-8286-E266-B325B997738C}"/>
              </a:ext>
            </a:extLst>
          </p:cNvPr>
          <p:cNvSpPr txBox="1"/>
          <p:nvPr/>
        </p:nvSpPr>
        <p:spPr>
          <a:xfrm>
            <a:off x="11094009" y="5773200"/>
            <a:ext cx="4331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1K</a:t>
            </a:r>
            <a:r>
              <a:rPr lang="el-GR" sz="1050" dirty="0"/>
              <a:t>Ω</a:t>
            </a:r>
            <a:endParaRPr lang="pt-BR" sz="1050" dirty="0"/>
          </a:p>
        </p:txBody>
      </p:sp>
      <p:grpSp>
        <p:nvGrpSpPr>
          <p:cNvPr id="497" name="Agrupar 496">
            <a:extLst>
              <a:ext uri="{FF2B5EF4-FFF2-40B4-BE49-F238E27FC236}">
                <a16:creationId xmlns:a16="http://schemas.microsoft.com/office/drawing/2014/main" id="{72855A52-60B8-8E61-936F-DAF8C30BCD2F}"/>
              </a:ext>
            </a:extLst>
          </p:cNvPr>
          <p:cNvGrpSpPr/>
          <p:nvPr/>
        </p:nvGrpSpPr>
        <p:grpSpPr>
          <a:xfrm>
            <a:off x="10925175" y="5665943"/>
            <a:ext cx="700056" cy="403087"/>
            <a:chOff x="10925175" y="5665943"/>
            <a:chExt cx="700056" cy="403087"/>
          </a:xfrm>
        </p:grpSpPr>
        <p:cxnSp>
          <p:nvCxnSpPr>
            <p:cNvPr id="487" name="Conector reto 486">
              <a:extLst>
                <a:ext uri="{FF2B5EF4-FFF2-40B4-BE49-F238E27FC236}">
                  <a16:creationId xmlns:a16="http://schemas.microsoft.com/office/drawing/2014/main" id="{31A38026-06A9-D110-22E3-01509015442C}"/>
                </a:ext>
              </a:extLst>
            </p:cNvPr>
            <p:cNvCxnSpPr/>
            <p:nvPr/>
          </p:nvCxnSpPr>
          <p:spPr>
            <a:xfrm>
              <a:off x="10925175" y="5668324"/>
              <a:ext cx="1333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ector reto 487">
              <a:extLst>
                <a:ext uri="{FF2B5EF4-FFF2-40B4-BE49-F238E27FC236}">
                  <a16:creationId xmlns:a16="http://schemas.microsoft.com/office/drawing/2014/main" id="{5D3BA3F3-479C-144F-ACC9-424ED755A814}"/>
                </a:ext>
              </a:extLst>
            </p:cNvPr>
            <p:cNvCxnSpPr/>
            <p:nvPr/>
          </p:nvCxnSpPr>
          <p:spPr>
            <a:xfrm>
              <a:off x="11491881" y="5665943"/>
              <a:ext cx="1333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Conector reto 490">
              <a:extLst>
                <a:ext uri="{FF2B5EF4-FFF2-40B4-BE49-F238E27FC236}">
                  <a16:creationId xmlns:a16="http://schemas.microsoft.com/office/drawing/2014/main" id="{4D001C9D-DE26-782C-0B9B-9471B990938F}"/>
                </a:ext>
              </a:extLst>
            </p:cNvPr>
            <p:cNvCxnSpPr>
              <a:cxnSpLocks/>
            </p:cNvCxnSpPr>
            <p:nvPr/>
          </p:nvCxnSpPr>
          <p:spPr>
            <a:xfrm>
              <a:off x="11294237" y="5718500"/>
              <a:ext cx="0" cy="1093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ector reto 495">
              <a:extLst>
                <a:ext uri="{FF2B5EF4-FFF2-40B4-BE49-F238E27FC236}">
                  <a16:creationId xmlns:a16="http://schemas.microsoft.com/office/drawing/2014/main" id="{27C689B4-D184-2ABA-9B10-BFC7D1050C4B}"/>
                </a:ext>
              </a:extLst>
            </p:cNvPr>
            <p:cNvCxnSpPr>
              <a:cxnSpLocks/>
            </p:cNvCxnSpPr>
            <p:nvPr/>
          </p:nvCxnSpPr>
          <p:spPr>
            <a:xfrm>
              <a:off x="11294237" y="5959663"/>
              <a:ext cx="0" cy="1093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Agrupar 520">
            <a:extLst>
              <a:ext uri="{FF2B5EF4-FFF2-40B4-BE49-F238E27FC236}">
                <a16:creationId xmlns:a16="http://schemas.microsoft.com/office/drawing/2014/main" id="{4A606163-D288-9D49-012E-927B4663A8A6}"/>
              </a:ext>
            </a:extLst>
          </p:cNvPr>
          <p:cNvGrpSpPr/>
          <p:nvPr/>
        </p:nvGrpSpPr>
        <p:grpSpPr>
          <a:xfrm>
            <a:off x="7061508" y="623249"/>
            <a:ext cx="5071702" cy="5580259"/>
            <a:chOff x="7061508" y="623249"/>
            <a:chExt cx="5071702" cy="5580259"/>
          </a:xfrm>
        </p:grpSpPr>
        <p:cxnSp>
          <p:nvCxnSpPr>
            <p:cNvPr id="510" name="Conector: Angulado 509">
              <a:extLst>
                <a:ext uri="{FF2B5EF4-FFF2-40B4-BE49-F238E27FC236}">
                  <a16:creationId xmlns:a16="http://schemas.microsoft.com/office/drawing/2014/main" id="{33219CF6-9C0B-8DD4-6BEA-1D7FBA30BD2D}"/>
                </a:ext>
              </a:extLst>
            </p:cNvPr>
            <p:cNvCxnSpPr>
              <a:cxnSpLocks/>
              <a:endCxn id="483" idx="2"/>
            </p:cNvCxnSpPr>
            <p:nvPr/>
          </p:nvCxnSpPr>
          <p:spPr>
            <a:xfrm rot="5400000">
              <a:off x="8915148" y="2998145"/>
              <a:ext cx="5580259" cy="830467"/>
            </a:xfrm>
            <a:prstGeom prst="bentConnector3">
              <a:avLst>
                <a:gd name="adj1" fmla="val 104097"/>
              </a:avLst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Conector reto 513">
              <a:extLst>
                <a:ext uri="{FF2B5EF4-FFF2-40B4-BE49-F238E27FC236}">
                  <a16:creationId xmlns:a16="http://schemas.microsoft.com/office/drawing/2014/main" id="{52A9C492-BDCE-B343-A772-20CB34A9C452}"/>
                </a:ext>
              </a:extLst>
            </p:cNvPr>
            <p:cNvCxnSpPr>
              <a:cxnSpLocks/>
            </p:cNvCxnSpPr>
            <p:nvPr/>
          </p:nvCxnSpPr>
          <p:spPr>
            <a:xfrm>
              <a:off x="7061508" y="635948"/>
              <a:ext cx="507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3" name="Conector reto 522">
            <a:extLst>
              <a:ext uri="{FF2B5EF4-FFF2-40B4-BE49-F238E27FC236}">
                <a16:creationId xmlns:a16="http://schemas.microsoft.com/office/drawing/2014/main" id="{025A004C-0E90-CA4F-27D6-974D7BB9DFFB}"/>
              </a:ext>
            </a:extLst>
          </p:cNvPr>
          <p:cNvCxnSpPr>
            <a:stCxn id="481" idx="3"/>
          </p:cNvCxnSpPr>
          <p:nvPr/>
        </p:nvCxnSpPr>
        <p:spPr>
          <a:xfrm flipV="1">
            <a:off x="11653838" y="4313382"/>
            <a:ext cx="455035" cy="26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ector reto 523">
            <a:extLst>
              <a:ext uri="{FF2B5EF4-FFF2-40B4-BE49-F238E27FC236}">
                <a16:creationId xmlns:a16="http://schemas.microsoft.com/office/drawing/2014/main" id="{748D5246-2232-656E-4095-7CC2783121F7}"/>
              </a:ext>
            </a:extLst>
          </p:cNvPr>
          <p:cNvCxnSpPr>
            <a:cxnSpLocks/>
          </p:cNvCxnSpPr>
          <p:nvPr/>
        </p:nvCxnSpPr>
        <p:spPr>
          <a:xfrm>
            <a:off x="10539413" y="1581612"/>
            <a:ext cx="1576387" cy="70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A206BD-170D-3024-E021-253DE3A45D81}"/>
              </a:ext>
            </a:extLst>
          </p:cNvPr>
          <p:cNvSpPr txBox="1"/>
          <p:nvPr/>
        </p:nvSpPr>
        <p:spPr>
          <a:xfrm>
            <a:off x="9156181" y="2849150"/>
            <a:ext cx="3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2637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DD5E19A-5394-F8B5-1A29-4DF247368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147521"/>
              </p:ext>
            </p:extLst>
          </p:nvPr>
        </p:nvGraphicFramePr>
        <p:xfrm>
          <a:off x="1863344" y="1574800"/>
          <a:ext cx="937353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3380">
                  <a:extLst>
                    <a:ext uri="{9D8B030D-6E8A-4147-A177-3AD203B41FA5}">
                      <a16:colId xmlns:a16="http://schemas.microsoft.com/office/drawing/2014/main" val="10699445"/>
                    </a:ext>
                  </a:extLst>
                </a:gridCol>
                <a:gridCol w="6460151">
                  <a:extLst>
                    <a:ext uri="{9D8B030D-6E8A-4147-A177-3AD203B41FA5}">
                      <a16:colId xmlns:a16="http://schemas.microsoft.com/office/drawing/2014/main" val="582488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Sigla no esquema elétrico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Descrição/Identificação no sketch principal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15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TA, TB, 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Sensor de início das esteiras / </a:t>
                      </a:r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SENSOR_TOPO_{A..C}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191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J1, J2, 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Sensor final das esteiras / </a:t>
                      </a:r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SENSOR_JUNCAO_J{1..3}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75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PL_PASS_{A..C}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Placa de conexão dos cabos para os periféricos das esteiras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216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IRF520_{A..C}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Módulo motor para controle de movimentação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2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Linhas vermelhas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Cabos de alimentação 5V (bitola de 0,5 mm)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4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Linhas pretas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Cabos de GND (bitola de 0,5 mm)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041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Linhas marrons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Sinais generalizados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35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Linhas laranjas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Comunicação serial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49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49969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946CBEC3-FCE3-24A4-3D3E-6CEBFBF3B0B8}"/>
              </a:ext>
            </a:extLst>
          </p:cNvPr>
          <p:cNvSpPr txBox="1"/>
          <p:nvPr/>
        </p:nvSpPr>
        <p:spPr>
          <a:xfrm>
            <a:off x="5578615" y="472440"/>
            <a:ext cx="10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Legenda</a:t>
            </a:r>
          </a:p>
        </p:txBody>
      </p:sp>
    </p:spTree>
    <p:extLst>
      <p:ext uri="{BB962C8B-B14F-4D97-AF65-F5344CB8AC3E}">
        <p14:creationId xmlns:p14="http://schemas.microsoft.com/office/powerpoint/2010/main" val="337134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443</Words>
  <Application>Microsoft Office PowerPoint</Application>
  <PresentationFormat>Widescreen</PresentationFormat>
  <Paragraphs>122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Nespolo</dc:creator>
  <cp:lastModifiedBy>Matheus Nespolo</cp:lastModifiedBy>
  <cp:revision>14</cp:revision>
  <dcterms:created xsi:type="dcterms:W3CDTF">2026-09-23T14:04:27Z</dcterms:created>
  <dcterms:modified xsi:type="dcterms:W3CDTF">2026-10-08T17:51:05Z</dcterms:modified>
</cp:coreProperties>
</file>